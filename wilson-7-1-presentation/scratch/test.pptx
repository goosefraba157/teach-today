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dc1e24af8b461c" /><Relationship Type="http://schemas.openxmlformats.org/officeDocument/2006/relationships/extended-properties" Target="/docProps/app.xml" Id="R3ce14b3919034aea" /><Relationship Type="http://schemas.openxmlformats.org/officeDocument/2006/relationships/officeDocument" Target="/ppt/presentation.xml" Id="Ra74df38f7a6f49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d016b2a55c45ec"/>
  </p:sldMasterIdLst>
  <p:notesMasterIdLst>
    <p:notesMasterId xmlns:r="http://schemas.openxmlformats.org/officeDocument/2006/relationships" r:id="R4e911d06c0324ab2"/>
  </p:notesMasterIdLst>
  <p:sldIdLst>
    <p:sldId xmlns:r="http://schemas.openxmlformats.org/officeDocument/2006/relationships" id="256" r:id="R58ab68ac0de8471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016b2a55c45ec" /><Relationship Type="http://schemas.openxmlformats.org/officeDocument/2006/relationships/theme" Target="/ppt/theme/theme1.xml" Id="Rfef89a978f5c4ffa" /><Relationship Type="http://schemas.openxmlformats.org/officeDocument/2006/relationships/notesMaster" Target="/ppt/notesMasters/notesMaster1.xml" Id="R4e911d06c0324ab2" /><Relationship Type="http://schemas.openxmlformats.org/officeDocument/2006/relationships/presProps" Target="/ppt/presProps.xml" Id="R64468cdd0d2a4969" /><Relationship Type="http://schemas.openxmlformats.org/officeDocument/2006/relationships/viewProps" Target="/ppt/viewProps.xml" Id="R29a29d01ec994b24" /><Relationship Type="http://schemas.openxmlformats.org/officeDocument/2006/relationships/tableStyles" Target="/ppt/tableStyles.xml" Id="R58909ee8a16f46cf" /><Relationship Type="http://schemas.openxmlformats.org/officeDocument/2006/relationships/slide" Target="/ppt/slides/slide1.xml" Id="R58ab68ac0de8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346622df20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b2c4fb4c342c4" /><Relationship Type="http://schemas.openxmlformats.org/officeDocument/2006/relationships/notesMaster" Target="/ppt/notesMasters/notesMaster1.xml" Id="Rd7572dbe41a4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68512aa4e48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db9cc649224edb" /><Relationship Type="http://schemas.openxmlformats.org/officeDocument/2006/relationships/slideLayout" Target="/ppt/slideLayouts/slideLayout2.xml" Id="Rf1d73cdef503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73cdef503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a8897ecb874ce9" /><Relationship Type="http://schemas.openxmlformats.org/officeDocument/2006/relationships/notesSlide" Target="/ppt/notesSlides/notesSlide1.xml" Id="Ra5102ec90ad440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BDCDE-0FF9-4387-A8C4-7D6552C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91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23456"/>
                </a:solidFill>
              </a:defRPr>
            </a:pPr>
            <a:r>
              <a:rPr sz="6000" b="1">
                <a:solidFill>
                  <a:srgbClr val="123456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1988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2026-04-30T20:43:50.6850000Z</dcterms:created>
  <dcterms:modified xsi:type="dcterms:W3CDTF">2026-04-30T20:43:50.6850000Z</dcterms:modified>
</coreProperties>
</file>