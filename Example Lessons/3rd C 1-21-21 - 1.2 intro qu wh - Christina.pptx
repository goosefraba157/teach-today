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.xml" ContentType="application/inkml+xml"/>
  <Override PartName="/ppt/notesSlides/notesSlide25.xml" ContentType="application/vnd.openxmlformats-officedocument.presentationml.notesSlide+xml"/>
  <Override PartName="/ppt/ink/ink2.xml" ContentType="application/inkml+xml"/>
  <Override PartName="/ppt/notesSlides/notesSlide26.xml" ContentType="application/vnd.openxmlformats-officedocument.presentationml.notesSlide+xml"/>
  <Override PartName="/ppt/ink/ink3.xml" ContentType="application/inkml+xml"/>
  <Override PartName="/ppt/notesSlides/notesSlide27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28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8"/>
  </p:notesMasterIdLst>
  <p:handoutMasterIdLst>
    <p:handoutMasterId r:id="rId39"/>
  </p:handoutMasterIdLst>
  <p:sldIdLst>
    <p:sldId id="452" r:id="rId3"/>
    <p:sldId id="580" r:id="rId4"/>
    <p:sldId id="256" r:id="rId5"/>
    <p:sldId id="293" r:id="rId6"/>
    <p:sldId id="277" r:id="rId7"/>
    <p:sldId id="257" r:id="rId8"/>
    <p:sldId id="272" r:id="rId9"/>
    <p:sldId id="612" r:id="rId10"/>
    <p:sldId id="613" r:id="rId11"/>
    <p:sldId id="614" r:id="rId12"/>
    <p:sldId id="615" r:id="rId13"/>
    <p:sldId id="616" r:id="rId14"/>
    <p:sldId id="617" r:id="rId15"/>
    <p:sldId id="618" r:id="rId16"/>
    <p:sldId id="619" r:id="rId17"/>
    <p:sldId id="620" r:id="rId18"/>
    <p:sldId id="621" r:id="rId19"/>
    <p:sldId id="622" r:id="rId20"/>
    <p:sldId id="623" r:id="rId21"/>
    <p:sldId id="624" r:id="rId22"/>
    <p:sldId id="625" r:id="rId23"/>
    <p:sldId id="626" r:id="rId24"/>
    <p:sldId id="321" r:id="rId25"/>
    <p:sldId id="329" r:id="rId26"/>
    <p:sldId id="319" r:id="rId27"/>
    <p:sldId id="322" r:id="rId28"/>
    <p:sldId id="484" r:id="rId29"/>
    <p:sldId id="409" r:id="rId30"/>
    <p:sldId id="588" r:id="rId31"/>
    <p:sldId id="589" r:id="rId32"/>
    <p:sldId id="328" r:id="rId33"/>
    <p:sldId id="330" r:id="rId34"/>
    <p:sldId id="331" r:id="rId35"/>
    <p:sldId id="362" r:id="rId36"/>
    <p:sldId id="407" r:id="rId37"/>
  </p:sldIdLst>
  <p:sldSz cx="19202400" cy="10972800"/>
  <p:notesSz cx="6858000" cy="9144000"/>
  <p:defaultTextStyle>
    <a:defPPr>
      <a:defRPr lang="en-US"/>
    </a:defPPr>
    <a:lvl1pPr marL="0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1pPr>
    <a:lvl2pPr marL="724191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2pPr>
    <a:lvl3pPr marL="1448380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3pPr>
    <a:lvl4pPr marL="2172568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4pPr>
    <a:lvl5pPr marL="2896759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5pPr>
    <a:lvl6pPr marL="3620948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6pPr>
    <a:lvl7pPr marL="4345139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7pPr>
    <a:lvl8pPr marL="5069329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8pPr>
    <a:lvl9pPr marL="5793518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F17"/>
    <a:srgbClr val="EF57EF"/>
    <a:srgbClr val="FDF2BA"/>
    <a:srgbClr val="AB3C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33BB8-6C7A-4BE0-9B55-9EAC48D52EC6}" type="datetimeFigureOut">
              <a:rPr lang="en-US"/>
              <a:t>1/21/2021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7AA83-DE31-4E93-AB07-EF7FB05F667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1290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30.61224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1-21T17:05:12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11487 2402 0,'-44'0'62,"44"45"-31,0-1-31,0 134 16,0-133 0,0 44-16,0-45 15,0 1-15,0-1 16,0 1-16,0-1 31,0 45 0,0-44 1,0-1-32,0 1 15,0-1 1,0 1 0,0-1-1,0 1-15,0-1 16,0 1 15,0-1 16,0 1-16,0-1-15,0 1-16,-45 44 15,1 0 1,-1-45-16,1 1 16,-1 44-1,45-45-15,-44-44 16,44 45 0,0 44-16,-45-89 15,-44 44-15,89 1 16,0-1-16,0 1 31,-45-45-31,1 0 16,44 44-16,-45 1 15,1 44-15,-90 0 16,45 44-16,0-88 16,0-1-16,0 134 15,45-133-15,-45-1 16,89 1-16,-45-45 78,1 0-62,-46 0-1,46 0-15,-1 0 16,-44 0-16,45 0 15,-45 0-15,0 0 16,0 0-16,-45-45 16,45 45-16,89-44 15,-133 44-15,43-89 16,46 89 0,-1-45-1,1 1 1,-45 44-16,89-89 15,0 44 1,-89-44-16,44 45 16,45-1-16,-44-44 15,44 45-15,0-1 16,0 1-16,-45-1 16,45-44-16,-44 45 15,44-90-15,0 45 16,0 45-16,0-45 15,0 44-15,-45-44 16,45 0-16,0 45 16,0-45-1,0 44-15,0-44 0,0 45 16,0-1 0,0 1-1,0-1 1,0-44-1,45 45-15,-45-45 16,0 44-16,0 1 16,0-1-16,44 45 15,-44-44 17,45-1-17,-45 1 1,44-45-16,1 44 15,-45-44-15,44 0 16,1 45-16,-1-45 16,1 0-1,44 44-15,0 1 16,-89-1-16,89 1 16,-44-1-16,-1-44 15,1 89-15,44-44 16,-89 0-16,44-1 15,45 1-15,-89-1 32,45 45 30,44 0 1,-45 0-63,45 0 15,45 0-15,-134-44 16,134 44-16,-45-45 16,-45 45-1,1 0 1,-1 0 31,-44 45-47,45-1 15,-1-44-15,1 0 16,-1 45-16,45-1 16,-44-44 15,-45 45-31,44-45 78,1 44-62,-1-44-16,-44 44 15,45-44 1,-45 45 31,44-45-47,-44 44 31,45-44 0,-45 45-31,44-45 16,1 0 78,-45 44-79,0 1 1,45-45-1,-1 0-15,-44 44 16,45 1 31,-1-45-16,-44 44-15,45-44 15,-45 45-15,0-1 46,44-44-46,1 0 15,-45 45-31,0-1 172</inkml:trace>
  <inkml:trace contextRef="#ctx0" brushRef="#br0" timeOffset="39592.004">10819 6274 0,'0'-45'16,"-89"1"-1,-44-1-15,88-44 16,-44 45-16,-44-1 16,44 1-16,89-1 15,-45 45 1,1 0-1,-1 0 1,-44 0 0,44-44-1,1 44 1,-1 0 0,1 0 15,-1 0-31,1 0 31,-1 0-31,1 0 16,-1 0-16,1 44 15,-1-44-15,1 0 16,-1 0 0,45 45-16,-44-45 15,-1 44 1,1 1-16,44-1 15,-89 1-15,-1 88 16,1-88-16,45-1 16,-1-44-16,-44 134 15,45-90-15,-1-44 16,45 45-16,0-1 78,0 90-62,0-45-16,0 89 15,-44-89-15,44 44 16,0-88 0,0-1-1,0 1 1,0 88-16,0-88 15,0 88-15,0 45 16,44-133-16,-44-1 16,0 0-1,0 1 1,45-45 46,-45 44-62,44-44 16,-44 45-16,45-1 16,-1 1-16,1-1 15,-1-44 1,1 45 0,-1-45-16,1 44 15,0-44 1,-45 45 15,44-45-31,1 0 16,-1 0-1,1 0-15,-1 44 16,1-44 0,-1 0-16,1 0 15,-1 0 1,1 0-16,-45 45 15,44-45-15,45 0 16,-44 0 15,-1 0-31,1 0 0,-1 0 16,1 0 0,44 0-1,-44 0 1,44 0-16,0-45 15,-45 45-15,1 0 16,44 0-16,-45-44 16,45-1-16,0 45 15,-44 0-15,-1-44 16,1 44-16,-45-45 203,44 45-203,45-89 16,-44 89-1,0-44-15,-1 44 16,-44-45-16,45 1 62,-1 44-30,-44-45-32,0 1 15,45 44 1,-45-44 31,44 44-47,1 0 15,-45-89-15,44 44 16,1 45-16,-1-133 16,1 133-1,-45-45-15,44 45 16,-44-44 0,0-1-1,0 1 16,45-1-31,-45 1 32,0-1-17,0 1 1,44 44 62,-44-89-62,0 44-16,45 1 15,-45-1-15,0 1 16,0-1-16,0 1 203,0-1-125,0 1-62,-45-1-1,45 1-15,-44-45 16,-1 44 0,45 1-16,-44-1 15,-1 1 1,1-1 0,-1 1-1,-44-45-15,45 44 16,-1 45-16,1-44 15,-1 44-15,45-45 16,-44 45-16,44-44 16,-45-1-1,0 45-15,45-44 16,-44 44 0,-1 0-1,1 0 1,-1 0 15,45-45 16,-44 45-16</inkml:trace>
  <inkml:trace contextRef="#ctx0" brushRef="#br0" timeOffset="53847.218">26804 4049 0,'44'0'140,"1"0"-109,44 0-31,-45 0 16,1 0 0,-45 44-1,44-44-15,45 0 16,-44 45 0,44-45-16,-45 0 15,1 44 1,44-44-1,-45 0-15,-44 45 16,45-45-16,44 0 16,-44 0-1,44 44-15,-45-44 16,1 0 0,44 0-1,-89 45-15,44-45 16,1 0-1,44 0-15</inkml:trace>
  <inkml:trace contextRef="#ctx0" brushRef="#br0" timeOffset="68155.862">37222 3559 0,'0'45'78,"0"-1"-62,45-44-1,-45 45 1,0 44-16,44-89 16,1 89-16,44 0 15,-45-45-15,1 90 16,-1-90-16,45 45 15,-44-44 1,0-1 0,-1-44-1,-44 45 1,45-1 0,-1 1-1,1-45 1,-1 0-1,1 44-15,-45 1 16,44-45 0,1 0-1,-1 0 17,1 0-17,-1 0 1,1 0-16,44 0 0,0 0 31,0 0-31,-45 0 31,-44-45-31,45 45 16,-45-44 46,45 44-46,-1-45 0,-44 1-16,45 44 15,-45-45 1,0 1 78,44 44-79,1 0 1,-45-45-16,0 1 31,44 44-15,1 0-1,-45-45 1,44 45 0,-44-44 46,45-1-62,-1 45 16,-44-44 15,45 44-31,-45-45 31,44 1-31,-44-1 32,45 45-17,-45-44 48,0-1 30,0 1-77,0-1 0,44 45-1,-44-44 1,0-1 0,0 1-1,0-1 1,0 1-16,0-1 15,0 1-15,45-1 16,-45 1 0,0-1-1,0 1 1,0-1 0,0 1 15,0-1-16,0 1-15,0-1 16,0 1 0,0-1 31,0 1-32,0-1 16,0 1 32,0-1-63,0 1 31,0-1 0,0 1-15,0-1 15,0 1-15,0-1 0,0 1-1,0-1 1,-45 1-1,45-1 1,0 1 0,0-1 15,0 1-31,0-1 31,-44 45-31,44-44 16,0-1 46,0 1-46,-45 44-16,1-45 31,-1 45 16,1 0-47,-45 0 16,0-44-1,0 44-15,-45 0 16,45 0-16,-45 0 16,90 0-1,-1 0-15,1 0 16,-1 0-16,1 0 31,-1 0-15,1 0-16,-1 0 31,1 0 0,-1 0-15,1 0 15,-1 0 0,1 0-15,-1 0 0,1 0 15,-1 0 0,0 0 0,1 44-15,-1-44 0,45 45-16,-44-45 15,-1 0-15,45 44 16,0 1-1,-44-1-15,-1-44 0,1 89 16,-1-44 0,1-45-1,44 89 1,-45-89 15,45 44-15,0 1-1,-44-1 1,-1 1-16,45-1 16,0 1-1,0-1 1,0 1 0,-44 44-1,44-45 1,0 1-1,0-1 1,0 1 0,0-1-1,0 1 17,0-1 389,0 1-374,0-1 31,0 1 63,0-1 0,0 1-110,0-1 453,0 1-218,0-1-110,0 1 204</inkml:trace>
  <inkml:trace contextRef="#ctx0" brushRef="#br0" timeOffset="106369.22">9484 11836 0,'89'0'157,"-45"0"-126,1 0-31,-1 0 16,45 0-1,-44 0 1,-1 0-1,1 0 1,-1 0 0,1 0 62,-1 0 156,1 0-218,0 0-1,-1 0 1,1 0-16,-1 0 16,1 0-16,-1 0 15,1 0 32,-1 0 16,1 0-48,-1 0 1,1 0 0,-45-45-1,44 45 16,1 0 1,-1 0-17,1 0 1,-1 0 0,1 0-1,-1 0-15,1 0 31,-1 0-15,1 0 62,0-44 407,-1 44-470,1 0 32</inkml:trace>
  <inkml:trace contextRef="#ctx0" brushRef="#br0" timeOffset="148191.592">23153 11613 0,'44'45'156,"1"-45"-125,-1 0-15,1 0 0,-1 0-16,1 0 15,-1 44 1,1-44 0,-1 0-1,1 0-15,-1 45 16,1-45-1,-1 0 1,1 0-16,-1 0 16,1 0-16,-1 0 15,1 0-15,0 0 16,-1 0 15,1 0-31,-1 0 16,1 0-1,-1 0-15,1 0 16,44 0 0,-45 0-16,1 0 15,-1 0 1,1 0 0,-1 0-1,1 0 1,44 0-1,-45 0 17,1 0-32,0 0 15,-1 0 1,1 0-16,-1 0 16,1 0-1,-1 0 1,1 0 62,-1 0-78,1 0 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30.61224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1-21T17:12:05.1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4675 10501 0,'45'89'282,"-1"44"-267,1-133-15,-45 89 16,44 0-16,1-89 16,-45 45-1,44-45-15,-44 44 47,0 1-47,45-45 16,-45 89-16,0-45 15,44 1-15,-44-1 16,45 1 0,-45 44-16,44 0 15,1-45-15,-1 1 16,1-1-16,-1 1 15,45-1 1,0 45 0,1-44-16,-1-45 15,0 89 1,-89-45-16,89-44 0,-45 0 16,-44 45-16,45-45 15,-1 44 1,45 1-1,-44 44 1,-1-89-16,45 44 16,-44-44-16,-45 45 15,44-45-15,-44 44 16,45-44-16,-1 0 16,1 0-1,44 89-15,-44-89 16,88 45-16,-88-1 15,-1-44-15,134 45 16,-133-1 0,44 1-16,0-45 15,-45 44-15,1-44 16,-45 45-16,44-45 16,1 0-16,0 0 46,-1 44-30,1-44 0,-1 45-1,1-45-15,44 44 16,0-44-16,-89 45 16,44-45-1,45 0-15,-89 44 16,134 1-16,-45-1 15,-45-44-15,1 45 16,44-1-16,45-44 16,-45 45-16,89 44 15,-134-45-15,90-44 16,-1 0-16,-88 45 16,44-45-16,0 44 15,-44 1-15,88-45 16,1 44-16,-90-44 15,90 45-15,44-45 16,-45 44 0,1 1-16,-45-45 15,45 0 1,-45 0-16,44 0 16,179 0-1,-178 44 1,-1-44-16,45 0 0,-89 0 15,45 0-15,-1 45 16,135-45 0,-135 0-16,1 0 15,177 0 1,-177 0 0,133 0-1,-133 0-15,-45 0 16,0 0-16,44 0 15,-88 0-15,-1 0 16,45 0-16,-44 0 16,133 0-1,0 0-15,223-45 16,-179 45 0,90-44-16,-134 44 15,134-45-15,-179 45 16,46-44-16,-90-1 15,0 45-15,0 0 16,0-44-16,-45 44 16,1 0-16,44 0 15,0 0-15,0 0 16,45 0-16,133-89 16,-134 89-1,1-45-15,-1 1 16,-44-45-16,0 44 15,45 45-15,-89-44 16,88-1-16,1 45 16,44-44-1,89-90 1,-133 45 0,44 0-1,-134 45-15,45 44 16,-44-45-1,-45 1 1,44-1 0,1 45-16,44-89 15,-45 45 1,1 44-16,-1-45 16,1 1-16,-1-1 15,1-44 1,0 89-16,-45-44 15,44-1-15,1 45 16,-45-44 0,44-1-16,1 45 15,-45-44 1,0-1 0,44 1-16,-44-45 15,89 44 1,-44 45-1,-45-44-15,0-1 16,0 1-16,44-1 31,-44 1-31,45 44 16,-45-89 0,0 44 15,0 1 16,0-1-32,0 1 48,0-1-16,0 1 0,44 44 78,-44-45-110,0 1 1,0 88 171,89 45-171,-44-44 0,-1 44-16,-44-45 0,45 1 15,-1-1 1,1 1-16,-1-45 15,-44 44 1,45-44 0,-45 45-1,0-1 1,45-44 15,-1 45-31,-44-1 16,45-44-16,-1 89 47,1-44-47,-1-1 47,-44 1-32,89-1 1,-44 45-1,177 0 1,-88 0-16,133 0 16,-89 0-16,0-44 15,45 44-15,-45 0 16,0 0-16,-44-89 16,-45 44-1,-45-44-15,1 45 16,-1-45-16,1 0 31,44 44-31,44 1 16,45-1-16,179-44 15,-46 45-15,1-1 16,44-44-16,45 134 16,-89-90-16,-1-44 15,1 45-15,-89-1 16,44 1-16,89 44 15,-223-45 1,-43-44-16,43 0 16,-88 0-1,-1 0-15,1 0 16,-1 0 0,90 0-1,44 0-15,44 0 16,90 0-16,0 0 15,44 0-15,0 0 16,-44 0-16,0 0 16,-90 0-16,-44-44 15,89-1 1,-222 45-16,-1 0 16,1 0-1,0-44 1,-1-1-16,45 45 15,-44 0 1,-1-44-16,90-1 16,44 1-1,-45 44-15,1-45 16,44 1-16,-89 44 16,45-45-16,44 1 15,-45 44-15,-44-45 16,45 45-16,0 0 15,-1-89-15,-133 45 16,134-1-16,-134 1 16,89 44-16,0-89 15,0 0 1,-45 44-16,45 1 16,0-45-16,45 0 15,-45 0-15,45-45 16,-1 90-16,45-134 15,-89 89-15,-44 0 16,44-45-16,0 1 16,0 88-1,-44 1-15,-45-1 16,44 1-16,-44-1 16,89-44-16,-89 45 15,45-1-15,-1-44 16,1 45-1,-45-1-15,44 1 16,1-45-16,-45 0 16,0 44-1,0 1 1,44-1 0,-44-44-1,0 45-15,0-1 16,45 1-16,-45-1 15,0 90 298,0 44-297,44-45-16,-44 45 15,0-44 1,0-1-1,0 45-15,89 45 16,-44-45 0,-45-45-16,44 45 15,-44-44 1,0-1-16,45 1 0,-1 44 16,1-45-16,-45 1 15,45-1-15,-45 1 16,44-1-1,1-44 1,-45 45-16,0-1 16,44 1-1,-44-1-15,45-44 16,44 89 0,0 0-16,44 0 15,90 0 1,-45 0-16,0 45 15,-44-90-15,44 45 16,0 0-16,44 0 16,-88-89-16,0 89 15,88 0-15,-88-89 16,88 45-16,-88-1 16,89 1-1,-90-1-15,-44 1 0,45-45 16,44 44-16,-45-44 15,46 45-15,-1-45 16,0 44-16,44-44 16,1 0-16,44 45 15,-44-45-15,-1 0 16,90 44 0,-89-44-16,-1 0 0,1 0 15,-45 0 1,0 0-16,267 0 15,-133 0 1,-89 0-16,133 0 16,45 0-16,-1-44 15,402-1 1,-402-44-16,-88 45 16,0 44-16,-1-45 15,-88 1-15,0-1 16,-45 1-16,0 44 15,-45-45-15,46 45 16,88-44 0,-134-1-16,-44 45 15,0-44-15,45-1 16,0 45-16,-1-44 16,90-45-16,-134 44 15,89-44-15,-45 89 16,1-44-16,-89-1 15,88 1 1,-88-1-16,-1 45 0,1-44 16,-45-1 124,0 1-140,0-1 32,0 1-17,0-1-15,0 1 16,0-1-1,0-44 1,0 45-16,0-1 16,0 1-16,0-1 15,0 1-15,44-1 16,-44 1 0,0-45-16,0 44 15,0-44-15,45 0 16,-45 45-16,44-1 15,-44-44-15,0 0 16,0 45 0,0-1-1,0 1 1,0-1 0,0 1 15,45 44-31</inkml:trace>
  <inkml:trace contextRef="#ctx0" brushRef="#br0" timeOffset="30011.907">17943 10501 0,'45'0'188,"-1"0"-173,1 0-15,-1 0 16,1 0-16,-1 0 16,45 0-1,-44 0-15,-1 0 32,46 0-17,43 0-15,-44 0 16,-44 44-1,-1-44 1,45 0 0,-44 0-16,-1 0 15,-44 45-15,45-45 16,-1 0 0,1 44-1,-1-44 1,1 0-16,-1 45 31,1-45-15,0 0-16,-1 0 31,1 0-15,-45 44-1,44-44 48,45 0-48,-44 0 1,-1 0 0,1 0 46,-1 0 1,1 0-63,-1 0 15,1 0 16,-45-44-15,44 44 31</inkml:trace>
  <inkml:trace contextRef="#ctx0" brushRef="#br0" timeOffset="115386.679">30722 10456 0,'89'0'94,"44"0"-78,-88 0-16,-1 0 15,45 0-15,0 0 16,1 0-1,-46 0-15,90 0 16,-45 0 0,44 0-16,1 0 0,-90 0 15,45 0-15,0 0 16,0 0 0,1 0-16,-46 0 15,90 0 1,-90 0-16,1 0 15,-1 0-15,1 0 16,44 0-16,-45 0 31,1 0-15,-1 0 15,1 0 0,-1 0-15,1 0 109,-1 0-78,1 0 0,-1 0 15,1 0-46,-45-44 0,45 44 187,-1 0-156,1 0-1,-1 0 17,1 0-47,-1 0 62,1 0-63,-1 0 142,1 0 530,-1 0-656,-177 0 157,88 44-173,-88 1-15,-1-45 16,0 0-16,1 0 16,-1 44-16,45-44 15,-44 0-15,88 0 16,1 0-16,-1 0 16,1 0-1,-1 0 16,1 0-31,-1 0 0,0 0 16,1 0 0,-1 0-16,1 0 15,-1 0 17,1 0-1,-1 0-16,1 0 1,-1 0 15,1 0-31,-1 0 16,-44 0 0,45 0-1,-1-44 1,1 44-16,-1 0 15,45-45 1,-89 45 0,45 0-16,-1 0 15,0-44 1,1-1-16,-1 1 16,1 44-16,-45-45 15,44 1-15,1-1 16,-1 45-1,1 0-15,44-44 16,-45 44-16,1 0 0,-1-45 31,1 45-15,-1-44 0,1-1-1,44 1 1,-45 44-16,1 0 15,44-45 1,-45 1-16,1-1 16,44 1-1,-45-1-15,0-44 16,45 45 0,-44-1-16,44 1 15,0-1-15,0 1 0,0-1 16,0-44-1,-45 0-15,45 45 16,0-1-16,0 1 16,0-1-16,0 1 15,0-1 17,0 90 499,0-1-531,0 45 15,89 45-15,-89-90 16,45 45-16,0 0 16,-1 0-16,1-44 15,-45-1-15,0 1 16,44-1 0,1 45-1,-45-44 1,44-45-16,-44 44 15,45 1-15,-1-1 16,1-44 0,-45 45-1,0-1 1,44-44-16,1 0 31,-45 45-15,44-1-1,45-44 1,-89 45-16,45-45 31,-1 0-15,1 44 15,44-44-31,-45 45 16,46-1-1,-46-44-15,45 0 16,-44 0-16,-1 0 16,1 0-1,-1 0 1,-44 45 15,45-45-15,-1 0-16,-44 44 15,89 1-15,0-45 16,-44 0-16,-1 0 16,1 0-16,-1 44 15,1-44 1,44 0-16,-44 0 16,-1 0-1,-44 45 1,45-45-16,-1 0 15,1 0 1,-1 0 0,1 0 15,-1 0-31,1 0 16,-1 0-1,1 44 1,-1-44-1,1 0-15,-1 0 16,1 0 0,-1 0-1,1 0 1,-1 0 0,1 0-16,-1 0 15,1 0 1,0 0-16,44 0 15,-45 0-15,1 0 16,-1 0-16,1 0 16,-1 0 31</inkml:trace>
  <inkml:trace contextRef="#ctx0" brushRef="#br0" timeOffset="140376.186">4363 16508 0,'45'133'94,"44"-44"-78,0 0-16,45 0 15,-90-44-15,45 44 16,45 0-16,-1 44 16,-44-44-16,89 89 15,1-44-15,-90-45 16,0 0-16,0-45 15,0-44-15,0 89 16,89 0-16,-89-44 16,44 44-1,46 0-15,-46-45 0,1-44 16,44 89 0,-45-44-16,1-45 15,0 44-15,-1 1 16,45 44-16,-89-89 15,45 44-15,-45-44 16,0 0 0,0 0-16,89 0 0,-44 0 15,88 0-15,179 0 16,-89 0-16,-90 0 16,90 0-16,-89 0 15,-1-44-15,45 44 16,-222 0-1,88-45-15,-88 45 16,44 0-16,-89-44 16,45 44-16,-1 0 15,1-45-15,44 1 16,44 44 0,-44-89-16,-44 44 15,133-44-15,-45 0 16,46 45-16,-1-90 15,89 45-15,-89 0 16,-45 0-16,1 45 16,-89-1-16,44 1 15,-45-1 1,1 45 0,-1 0-16,-44-44 15,45 44-15,-45-45 16,44 45-16,1 0 15,-1-44 1,-44-1-16,0 1 16,45 44-16,44-89 15,-45 44 1,45 45-16,-89-44 16,0-1-16,45 45 15,-45-44-15,44-1 16,-44 1-16,45 44 15,0-45 1,-1 1-16,-44-1 16,45 45-1,-1 0 17,-44-44-32,45 44 15,-1-45-15,1 45 16,-1-44 15,-44-1-31,45 45 16,-45-44 46,44 133 313,134 44-359,0 45-16,-133-89 15,89 45-15,-1-45 16,45 44-16,89 1 16,0 44-16,1-45 15,-90-88-15,-89 44 16,0-45-16,44-44 16,-88 45-16,44-45 15,-45 44 1,90 1-16,356-1 15,-268 1 1,90-45-16,44 44 16,45 1-16,-89-1 15,-1 45-15,-88-44 16,-45-45 0,-44 44-16,133-44 15,-89 0-15,0 0 16,45 0-1,-45 45-15,44-45 0,1 0 16,89 0 0,-1 0-16,-44 0 15,-44 0-15,89 0 16,-90 0-16,90 0 16,311 0-1,-88-45-15,311-177 16,-535 177-1,-88 1-15,44-90 16,-89 134-16,45-89 16,-90 89-1,-44-44-15,-44-1 16,-1 1 0,1 44-16,-1-45 15,1 1-15,0 44 16,-1-45-16,1 1 15,44 44-15,-89-45 16,89 1 0,0-45-16,44 0 0,-44 0 31,45 44-31,-90-44 16,1 45-16,44-1 15,-44-44-15,44 45 0,-89-1 16,44 45-1,-44-44-15,45 44 16,-1-45 62,-44 1-62,45 44-1,-1-45 1,1 45 0,-45-44-1,44 44-15,1 0 47,-45-45-47,44 1 16,1-1 15,-1 45-31,-44-44 16,45 44-16,-1 0 62,-44-45-46,134 90 187,-90 44-203,90 44 16,-45-44-16,45 45 15,133 177-15,312 134 31,-179-178-31,-88-44 0,44-90 16,-133 1-16,133-1 16,-178 1-16,134-1 15,-134-44 1,89 0-16,-89-89 16,0 45-16,-44-45 15,267 0 1,-223 0-16,-89 0 15,89 0-15,0 0 16,0 0-16,45-45 16,-1 1-16,134-45 15,1-45-15,43-44 16,90 89-16,-89-89 16,44 0-16,-44 45 15,44 44-15,-89-89 16,0 89-16,1-45 15,-268 90-15,89-45 16,-45 44 0,-44 1-16,45-45 0,-134 0 15,133 44-15,-43-44 16,-1 45-16,89-90 16,-134 90-1,45-1-15,-44 1 16,88-1-16,-88-44 15,44 45-15,-45-45 16,45 44-16,-44 1 16,44-1-1,-44-44-15,-1 89 0,1-44 16,-1 44 15</inkml:trace>
  <inkml:trace contextRef="#ctx0" brushRef="#br0" timeOffset="-178485.646">14470 22203 0</inkml:trace>
  <inkml:trace contextRef="#ctx0" brushRef="#br0" timeOffset="-177855.984">15494 21847 0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12-03T17:01:12.0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7480 17353 0,'0'45'93,"0"-1"-77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10-01T15:18:15.9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26917 3986 0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30.61224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11-05T17:10:08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53028 9166 0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10-01T15:18:15.9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26917 3986 0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30.61224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11-05T17:10:08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53028 9166 0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10-01T15:18:15.9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26917 3986 0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1EF64-F73B-4314-BB6F-BC0937BBDF19}" type="datetimeFigureOut">
              <a:rPr lang="en-US"/>
              <a:t>1/21/2021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E2820-AFE1-45FA-949E-17BDB534E1D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799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1pPr>
    <a:lvl2pPr marL="724191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2pPr>
    <a:lvl3pPr marL="1448380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3pPr>
    <a:lvl4pPr marL="2172568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4pPr>
    <a:lvl5pPr marL="2896759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5pPr>
    <a:lvl6pPr marL="3620948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6pPr>
    <a:lvl7pPr marL="4345139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7pPr>
    <a:lvl8pPr marL="5069329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8pPr>
    <a:lvl9pPr marL="5793518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93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101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2820-AFE1-45FA-949E-17BDB534E1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1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56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70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35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094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188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334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008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783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256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467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035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373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585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783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8118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3492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313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3805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629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705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233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0917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5E2820-AFE1-45FA-949E-17BDB534E1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7220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5E2820-AFE1-45FA-949E-17BDB534E1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0298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5E2820-AFE1-45FA-949E-17BDB534E1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090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8003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2915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1204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5E2820-AFE1-45FA-949E-17BDB534E1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175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7711" y="487680"/>
            <a:ext cx="11168894" cy="447025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7711" y="4974086"/>
            <a:ext cx="11168894" cy="134112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accent2"/>
                </a:solidFill>
              </a:defRPr>
            </a:lvl1pPr>
            <a:lvl2pPr marL="457185" indent="0" algn="ctr">
              <a:buNone/>
              <a:defRPr sz="2000"/>
            </a:lvl2pPr>
            <a:lvl3pPr marL="914370" indent="0" algn="ctr">
              <a:buNone/>
              <a:defRPr sz="1800"/>
            </a:lvl3pPr>
            <a:lvl4pPr marL="1371555" indent="0" algn="ctr">
              <a:buNone/>
              <a:defRPr sz="1600"/>
            </a:lvl4pPr>
            <a:lvl5pPr marL="1828741" indent="0" algn="ctr">
              <a:buNone/>
              <a:defRPr sz="1600"/>
            </a:lvl5pPr>
            <a:lvl6pPr marL="2285926" indent="0" algn="ctr">
              <a:buNone/>
              <a:defRPr sz="1600"/>
            </a:lvl6pPr>
            <a:lvl7pPr marL="2743111" indent="0" algn="ctr">
              <a:buNone/>
              <a:defRPr sz="1600"/>
            </a:lvl7pPr>
            <a:lvl8pPr marL="3200296" indent="0" algn="ctr">
              <a:buNone/>
              <a:defRPr sz="1600"/>
            </a:lvl8pPr>
            <a:lvl9pPr marL="365748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9702-7FBF-4720-8670-571C5E7EEDDE}" type="datetime1">
              <a:rPr lang="en-US"/>
              <a:t>1/21/2021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054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F48E-ABA0-4B58-B562-D1D7408067C4}" type="datetime1">
              <a:rPr lang="en-US"/>
              <a:t>1/21/2021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9990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8521" y="2560322"/>
            <a:ext cx="10081262" cy="3977640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58519" y="6568046"/>
            <a:ext cx="10081262" cy="146304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18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34C-8BD9-4B0C-893B-33834FAB227F}" type="datetime1">
              <a:rPr lang="en-US"/>
              <a:t>1/21/2021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791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77935" y="2560320"/>
            <a:ext cx="7200900" cy="6583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8880" y="2560320"/>
            <a:ext cx="7200900" cy="6583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87AA-CBCD-47F9-A04C-7106C508CDE4}" type="datetime1">
              <a:rPr lang="en-US"/>
              <a:t>1/21/2021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75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7935" y="2560320"/>
            <a:ext cx="7200900" cy="131825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100" b="0">
                <a:solidFill>
                  <a:schemeClr val="accent2"/>
                </a:solidFill>
              </a:defRPr>
            </a:lvl1pPr>
            <a:lvl2pPr marL="457185" indent="0">
              <a:buNone/>
              <a:defRPr sz="2000" b="1"/>
            </a:lvl2pPr>
            <a:lvl3pPr marL="914370" indent="0">
              <a:buNone/>
              <a:defRPr sz="1800" b="1"/>
            </a:lvl3pPr>
            <a:lvl4pPr marL="1371555" indent="0">
              <a:buNone/>
              <a:defRPr sz="1600" b="1"/>
            </a:lvl4pPr>
            <a:lvl5pPr marL="1828741" indent="0">
              <a:buNone/>
              <a:defRPr sz="1600" b="1"/>
            </a:lvl5pPr>
            <a:lvl6pPr marL="2285926" indent="0">
              <a:buNone/>
              <a:defRPr sz="1600" b="1"/>
            </a:lvl6pPr>
            <a:lvl7pPr marL="2743111" indent="0">
              <a:buNone/>
              <a:defRPr sz="1600" b="1"/>
            </a:lvl7pPr>
            <a:lvl8pPr marL="3200296" indent="0">
              <a:buNone/>
              <a:defRPr sz="1600" b="1"/>
            </a:lvl8pPr>
            <a:lvl9pPr marL="365748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7935" y="4008120"/>
            <a:ext cx="7200900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38880" y="2560320"/>
            <a:ext cx="7200900" cy="131825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100" b="0">
                <a:solidFill>
                  <a:schemeClr val="accent2"/>
                </a:solidFill>
              </a:defRPr>
            </a:lvl1pPr>
            <a:lvl2pPr marL="457185" indent="0">
              <a:buNone/>
              <a:defRPr sz="2000" b="1"/>
            </a:lvl2pPr>
            <a:lvl3pPr marL="914370" indent="0">
              <a:buNone/>
              <a:defRPr sz="1800" b="1"/>
            </a:lvl3pPr>
            <a:lvl4pPr marL="1371555" indent="0">
              <a:buNone/>
              <a:defRPr sz="1600" b="1"/>
            </a:lvl4pPr>
            <a:lvl5pPr marL="1828741" indent="0">
              <a:buNone/>
              <a:defRPr sz="1600" b="1"/>
            </a:lvl5pPr>
            <a:lvl6pPr marL="2285926" indent="0">
              <a:buNone/>
              <a:defRPr sz="1600" b="1"/>
            </a:lvl6pPr>
            <a:lvl7pPr marL="2743111" indent="0">
              <a:buNone/>
              <a:defRPr sz="1600" b="1"/>
            </a:lvl7pPr>
            <a:lvl8pPr marL="3200296" indent="0">
              <a:buNone/>
              <a:defRPr sz="1600" b="1"/>
            </a:lvl8pPr>
            <a:lvl9pPr marL="365748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38880" y="4008120"/>
            <a:ext cx="7200900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C9DD-75F5-4611-BA0B-CFB1A226639C}" type="datetime1">
              <a:rPr lang="en-US"/>
              <a:t>1/21/2021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3046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F1F9-2D3D-4243-878F-D000C3F2A1C4}" type="datetime1">
              <a:rPr lang="en-US"/>
              <a:t>1/21/2021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830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CBE8-1824-4658-A8BB-BECFAEB7E35A}" type="datetime1">
              <a:rPr lang="en-US"/>
              <a:t>1/21/2021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252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39" y="3643963"/>
            <a:ext cx="4320542" cy="3715485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55" y="853440"/>
            <a:ext cx="10801350" cy="76809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19242" y="7333102"/>
            <a:ext cx="4320540" cy="1810901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400"/>
            </a:lvl1pPr>
            <a:lvl2pPr marL="457185" indent="0">
              <a:buNone/>
              <a:defRPr sz="1400"/>
            </a:lvl2pPr>
            <a:lvl3pPr marL="914370" indent="0">
              <a:buNone/>
              <a:defRPr sz="1200"/>
            </a:lvl3pPr>
            <a:lvl4pPr marL="1371555" indent="0">
              <a:buNone/>
              <a:defRPr sz="1000"/>
            </a:lvl4pPr>
            <a:lvl5pPr marL="1828741" indent="0">
              <a:buNone/>
              <a:defRPr sz="1000"/>
            </a:lvl5pPr>
            <a:lvl6pPr marL="2285926" indent="0">
              <a:buNone/>
              <a:defRPr sz="1000"/>
            </a:lvl6pPr>
            <a:lvl7pPr marL="2743111" indent="0">
              <a:buNone/>
              <a:defRPr sz="1000"/>
            </a:lvl7pPr>
            <a:lvl8pPr marL="3200296" indent="0">
              <a:buNone/>
              <a:defRPr sz="1000"/>
            </a:lvl8pPr>
            <a:lvl9pPr marL="365748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CD17-C377-4DE5-9FCA-CC7471605C58}" type="datetime1">
              <a:rPr lang="en-US"/>
              <a:t>1/21/2021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770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39" y="3643963"/>
            <a:ext cx="4320542" cy="3715485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37754" y="853440"/>
            <a:ext cx="10801352" cy="7680960"/>
          </a:xfrm>
          <a:prstGeom prst="roundRect">
            <a:avLst>
              <a:gd name="adj" fmla="val 440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51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217776" y="1036320"/>
            <a:ext cx="10441305" cy="7315200"/>
          </a:xfrm>
          <a:prstGeom prst="roundRect">
            <a:avLst>
              <a:gd name="adj" fmla="val 3725"/>
            </a:avLst>
          </a:prstGeo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185" indent="0">
              <a:buNone/>
              <a:defRPr sz="2800"/>
            </a:lvl2pPr>
            <a:lvl3pPr marL="914370" indent="0">
              <a:buNone/>
              <a:defRPr sz="2400"/>
            </a:lvl3pPr>
            <a:lvl4pPr marL="1371555" indent="0">
              <a:buNone/>
              <a:defRPr sz="2000"/>
            </a:lvl4pPr>
            <a:lvl5pPr marL="1828741" indent="0">
              <a:buNone/>
              <a:defRPr sz="2000"/>
            </a:lvl5pPr>
            <a:lvl6pPr marL="2285926" indent="0">
              <a:buNone/>
              <a:defRPr sz="2000"/>
            </a:lvl6pPr>
            <a:lvl7pPr marL="2743111" indent="0">
              <a:buNone/>
              <a:defRPr sz="2000"/>
            </a:lvl7pPr>
            <a:lvl8pPr marL="3200296" indent="0">
              <a:buNone/>
              <a:defRPr sz="2000"/>
            </a:lvl8pPr>
            <a:lvl9pPr marL="3657481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19242" y="7333102"/>
            <a:ext cx="4320540" cy="1810901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400"/>
            </a:lvl1pPr>
            <a:lvl2pPr marL="457185" indent="0">
              <a:buNone/>
              <a:defRPr sz="1400"/>
            </a:lvl2pPr>
            <a:lvl3pPr marL="914370" indent="0">
              <a:buNone/>
              <a:defRPr sz="1200"/>
            </a:lvl3pPr>
            <a:lvl4pPr marL="1371555" indent="0">
              <a:buNone/>
              <a:defRPr sz="1000"/>
            </a:lvl4pPr>
            <a:lvl5pPr marL="1828741" indent="0">
              <a:buNone/>
              <a:defRPr sz="1000"/>
            </a:lvl5pPr>
            <a:lvl6pPr marL="2285926" indent="0">
              <a:buNone/>
              <a:defRPr sz="1000"/>
            </a:lvl6pPr>
            <a:lvl7pPr marL="2743111" indent="0">
              <a:buNone/>
              <a:defRPr sz="1000"/>
            </a:lvl7pPr>
            <a:lvl8pPr marL="3200296" indent="0">
              <a:buNone/>
              <a:defRPr sz="1000"/>
            </a:lvl8pPr>
            <a:lvl9pPr marL="365748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F02-BE96-4BAE-86A5-1FA60D24CAE2}" type="datetime1">
              <a:rPr lang="en-US"/>
              <a:t>1/21/2021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930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AEA-BBBB-4C9B-AB23-214EAA8AB789}" type="datetime1">
              <a:rPr lang="en-US"/>
              <a:t>1/21/2021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766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37397" y="487682"/>
            <a:ext cx="2702385" cy="8656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0435" y="487682"/>
            <a:ext cx="11816932" cy="8656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CA30-F5CD-4CA0-B16A-349C6F830700}" type="datetime1">
              <a:rPr lang="en-US"/>
              <a:t>1/21/2021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9497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 userDrawn="1">
          <p15:clr>
            <a:srgbClr val="FBAE40"/>
          </p15:clr>
        </p15:guide>
        <p15:guide id="2" pos="60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7711" y="487680"/>
            <a:ext cx="11168894" cy="447025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10395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7711" y="4974086"/>
            <a:ext cx="11168894" cy="134112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780">
                <a:solidFill>
                  <a:schemeClr val="accent2"/>
                </a:solidFill>
              </a:defRPr>
            </a:lvl1pPr>
            <a:lvl2pPr marL="720090" indent="0" algn="ctr">
              <a:buNone/>
              <a:defRPr sz="3150"/>
            </a:lvl2pPr>
            <a:lvl3pPr marL="1440180" indent="0" algn="ctr">
              <a:buNone/>
              <a:defRPr sz="2835"/>
            </a:lvl3pPr>
            <a:lvl4pPr marL="2160270" indent="0" algn="ctr">
              <a:buNone/>
              <a:defRPr sz="2520"/>
            </a:lvl4pPr>
            <a:lvl5pPr marL="2880360" indent="0" algn="ctr">
              <a:buNone/>
              <a:defRPr sz="2520"/>
            </a:lvl5pPr>
            <a:lvl6pPr marL="3600450" indent="0" algn="ctr">
              <a:buNone/>
              <a:defRPr sz="2520"/>
            </a:lvl6pPr>
            <a:lvl7pPr marL="4320540" indent="0" algn="ctr">
              <a:buNone/>
              <a:defRPr sz="2520"/>
            </a:lvl7pPr>
            <a:lvl8pPr marL="5040630" indent="0" algn="ctr">
              <a:buNone/>
              <a:defRPr sz="2520"/>
            </a:lvl8pPr>
            <a:lvl9pPr marL="5760720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9702-7FBF-4720-8670-571C5E7EEDDE}" type="datetime1">
              <a:rPr lang="en-US"/>
              <a:t>1/21/2021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8016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F48E-ABA0-4B58-B562-D1D7408067C4}" type="datetime1">
              <a:rPr lang="en-US"/>
              <a:t>1/21/2021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548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8521" y="2560321"/>
            <a:ext cx="10081262" cy="3977640"/>
          </a:xfrm>
        </p:spPr>
        <p:txBody>
          <a:bodyPr anchor="b">
            <a:normAutofit/>
          </a:bodyPr>
          <a:lstStyle>
            <a:lvl1pPr>
              <a:defRPr sz="819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58518" y="6568046"/>
            <a:ext cx="10081262" cy="1463040"/>
          </a:xfrm>
        </p:spPr>
        <p:txBody>
          <a:bodyPr>
            <a:normAutofit/>
          </a:bodyPr>
          <a:lstStyle>
            <a:lvl1pPr marL="0" indent="0">
              <a:buNone/>
              <a:defRPr sz="3150">
                <a:solidFill>
                  <a:schemeClr val="accent2"/>
                </a:solidFill>
              </a:defRPr>
            </a:lvl1pPr>
            <a:lvl2pPr marL="72009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6027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803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60045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2054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4063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72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34C-8BD9-4B0C-893B-33834FAB227F}" type="datetime1">
              <a:rPr lang="en-US"/>
              <a:t>1/21/2021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4021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77935" y="2560320"/>
            <a:ext cx="7200900" cy="6583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8880" y="2560320"/>
            <a:ext cx="7200900" cy="6583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87AA-CBCD-47F9-A04C-7106C508CDE4}" type="datetime1">
              <a:rPr lang="en-US"/>
              <a:t>1/21/2021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569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7935" y="2560320"/>
            <a:ext cx="7200900" cy="131825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3308" b="0">
                <a:solidFill>
                  <a:schemeClr val="accent2"/>
                </a:solidFill>
              </a:defRPr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80360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7935" y="4008120"/>
            <a:ext cx="7200900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38880" y="2560320"/>
            <a:ext cx="7200900" cy="131825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3308" b="0">
                <a:solidFill>
                  <a:schemeClr val="accent2"/>
                </a:solidFill>
              </a:defRPr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80360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38880" y="4008120"/>
            <a:ext cx="7200900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C9DD-75F5-4611-BA0B-CFB1A226639C}" type="datetime1">
              <a:rPr lang="en-US"/>
              <a:t>1/21/2021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924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F1F9-2D3D-4243-878F-D000C3F2A1C4}" type="datetime1">
              <a:rPr lang="en-US"/>
              <a:t>1/21/2021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2717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CBE8-1824-4658-A8BB-BECFAEB7E35A}" type="datetime1">
              <a:rPr lang="en-US"/>
              <a:t>1/21/2021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53804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39" y="3643963"/>
            <a:ext cx="4320542" cy="3715485"/>
          </a:xfrm>
        </p:spPr>
        <p:txBody>
          <a:bodyPr anchor="b">
            <a:normAutofit/>
          </a:bodyPr>
          <a:lstStyle>
            <a:lvl1pPr>
              <a:defRPr sz="4095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55" y="853440"/>
            <a:ext cx="10801350" cy="7680960"/>
          </a:xfrm>
        </p:spPr>
        <p:txBody>
          <a:bodyPr>
            <a:normAutofit/>
          </a:bodyPr>
          <a:lstStyle>
            <a:lvl1pPr>
              <a:defRPr sz="3780"/>
            </a:lvl1pPr>
            <a:lvl2pPr>
              <a:defRPr sz="3150"/>
            </a:lvl2pPr>
            <a:lvl3pPr>
              <a:defRPr sz="2835"/>
            </a:lvl3pPr>
            <a:lvl4pPr>
              <a:defRPr sz="2520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19242" y="7333100"/>
            <a:ext cx="4320540" cy="1810901"/>
          </a:xfrm>
        </p:spPr>
        <p:txBody>
          <a:bodyPr>
            <a:normAutofit/>
          </a:bodyPr>
          <a:lstStyle>
            <a:lvl1pPr marL="0" indent="0">
              <a:spcBef>
                <a:spcPts val="1575"/>
              </a:spcBef>
              <a:buNone/>
              <a:defRPr sz="2205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80360" indent="0">
              <a:buNone/>
              <a:defRPr sz="1575"/>
            </a:lvl5pPr>
            <a:lvl6pPr marL="3600450" indent="0">
              <a:buNone/>
              <a:defRPr sz="1575"/>
            </a:lvl6pPr>
            <a:lvl7pPr marL="4320540" indent="0">
              <a:buNone/>
              <a:defRPr sz="1575"/>
            </a:lvl7pPr>
            <a:lvl8pPr marL="5040630" indent="0">
              <a:buNone/>
              <a:defRPr sz="1575"/>
            </a:lvl8pPr>
            <a:lvl9pPr marL="5760720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CD17-C377-4DE5-9FCA-CC7471605C58}" type="datetime1">
              <a:rPr lang="en-US"/>
              <a:t>1/21/2021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69845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39" y="3643963"/>
            <a:ext cx="4320542" cy="3715485"/>
          </a:xfrm>
        </p:spPr>
        <p:txBody>
          <a:bodyPr anchor="b">
            <a:normAutofit/>
          </a:bodyPr>
          <a:lstStyle>
            <a:lvl1pPr>
              <a:defRPr sz="4095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37754" y="853440"/>
            <a:ext cx="10801352" cy="7680960"/>
          </a:xfrm>
          <a:prstGeom prst="roundRect">
            <a:avLst>
              <a:gd name="adj" fmla="val 440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9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217776" y="1036320"/>
            <a:ext cx="10441305" cy="7315200"/>
          </a:xfrm>
          <a:prstGeom prst="roundRect">
            <a:avLst>
              <a:gd name="adj" fmla="val 3725"/>
            </a:avLst>
          </a:prstGeom>
        </p:spPr>
        <p:txBody>
          <a:bodyPr tIns="914400">
            <a:normAutofit/>
          </a:bodyPr>
          <a:lstStyle>
            <a:lvl1pPr marL="0" indent="0" algn="ctr">
              <a:buNone/>
              <a:defRPr sz="3780"/>
            </a:lvl1pPr>
            <a:lvl2pPr marL="720090" indent="0">
              <a:buNone/>
              <a:defRPr sz="4410"/>
            </a:lvl2pPr>
            <a:lvl3pPr marL="1440180" indent="0">
              <a:buNone/>
              <a:defRPr sz="3780"/>
            </a:lvl3pPr>
            <a:lvl4pPr marL="2160270" indent="0">
              <a:buNone/>
              <a:defRPr sz="3150"/>
            </a:lvl4pPr>
            <a:lvl5pPr marL="2880360" indent="0">
              <a:buNone/>
              <a:defRPr sz="3150"/>
            </a:lvl5pPr>
            <a:lvl6pPr marL="3600450" indent="0">
              <a:buNone/>
              <a:defRPr sz="3150"/>
            </a:lvl6pPr>
            <a:lvl7pPr marL="4320540" indent="0">
              <a:buNone/>
              <a:defRPr sz="3150"/>
            </a:lvl7pPr>
            <a:lvl8pPr marL="5040630" indent="0">
              <a:buNone/>
              <a:defRPr sz="3150"/>
            </a:lvl8pPr>
            <a:lvl9pPr marL="5760720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19242" y="7333100"/>
            <a:ext cx="4320540" cy="1810901"/>
          </a:xfrm>
        </p:spPr>
        <p:txBody>
          <a:bodyPr>
            <a:normAutofit/>
          </a:bodyPr>
          <a:lstStyle>
            <a:lvl1pPr marL="0" indent="0">
              <a:spcBef>
                <a:spcPts val="1575"/>
              </a:spcBef>
              <a:buNone/>
              <a:defRPr sz="2205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80360" indent="0">
              <a:buNone/>
              <a:defRPr sz="1575"/>
            </a:lvl5pPr>
            <a:lvl6pPr marL="3600450" indent="0">
              <a:buNone/>
              <a:defRPr sz="1575"/>
            </a:lvl6pPr>
            <a:lvl7pPr marL="4320540" indent="0">
              <a:buNone/>
              <a:defRPr sz="1575"/>
            </a:lvl7pPr>
            <a:lvl8pPr marL="5040630" indent="0">
              <a:buNone/>
              <a:defRPr sz="1575"/>
            </a:lvl8pPr>
            <a:lvl9pPr marL="5760720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F02-BE96-4BAE-86A5-1FA60D24CAE2}" type="datetime1">
              <a:rPr lang="en-US"/>
              <a:t>1/21/2021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61943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AEA-BBBB-4C9B-AB23-214EAA8AB789}" type="datetime1">
              <a:rPr lang="en-US"/>
              <a:t>1/21/2021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9662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37397" y="487682"/>
            <a:ext cx="2702385" cy="8656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0435" y="487682"/>
            <a:ext cx="11816932" cy="8656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CA30-F5CD-4CA0-B16A-349C6F830700}" type="datetime1">
              <a:rPr lang="en-US"/>
              <a:t>1/21/2021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436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7935" y="487680"/>
            <a:ext cx="14761845" cy="1920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7935" y="2560320"/>
            <a:ext cx="14761845" cy="6583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9382" y="10408125"/>
            <a:ext cx="1518357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9D3B9702-7FBF-4720-8670-571C5E7EEDDE}" type="datetime1">
              <a:rPr lang="en-US" smtClean="0"/>
              <a:pPr/>
              <a:t>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6251" y="10408125"/>
            <a:ext cx="1083035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39785" y="10048477"/>
            <a:ext cx="840103" cy="558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rgbClr val="AB3C19"/>
                </a:solidFill>
              </a:defRPr>
            </a:lvl1pPr>
          </a:lstStyle>
          <a:p>
            <a:fld id="{8FDBFFB2-86D9-4B8F-A59A-553A60B94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5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37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11" indent="-228593" algn="l" defTabSz="914370" rtl="0" eaLnBrk="1" latinLnBrk="0" hangingPunct="1">
        <a:lnSpc>
          <a:spcPct val="90000"/>
        </a:lnSpc>
        <a:spcBef>
          <a:spcPts val="1800"/>
        </a:spcBef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41" indent="-228593" algn="l" defTabSz="914370" rtl="0" eaLnBrk="1" latinLnBrk="0" hangingPunct="1">
        <a:lnSpc>
          <a:spcPct val="90000"/>
        </a:lnSpc>
        <a:spcBef>
          <a:spcPts val="1000"/>
        </a:spcBef>
        <a:buSzPct val="8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0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0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29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74459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89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518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548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5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0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5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41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26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11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96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81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56" userDrawn="1">
          <p15:clr>
            <a:srgbClr val="F26B43"/>
          </p15:clr>
        </p15:guide>
        <p15:guide id="2" pos="604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7935" y="487680"/>
            <a:ext cx="14761845" cy="1920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7935" y="2560320"/>
            <a:ext cx="14761845" cy="6583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9382" y="10408125"/>
            <a:ext cx="1518357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2"/>
                </a:solidFill>
              </a:defRPr>
            </a:lvl1pPr>
          </a:lstStyle>
          <a:p>
            <a:fld id="{9D3B9702-7FBF-4720-8670-571C5E7EEDDE}" type="datetime1">
              <a:rPr lang="en-US" smtClean="0"/>
              <a:pPr/>
              <a:t>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6251" y="10408125"/>
            <a:ext cx="1083035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39783" y="10048477"/>
            <a:ext cx="840103" cy="558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 b="1">
                <a:solidFill>
                  <a:srgbClr val="AB3C19"/>
                </a:solidFill>
              </a:defRPr>
            </a:lvl1pPr>
          </a:lstStyle>
          <a:p>
            <a:fld id="{8FDBFFB2-86D9-4B8F-A59A-553A60B94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440180" rtl="0" eaLnBrk="1" latinLnBrk="0" hangingPunct="1">
        <a:lnSpc>
          <a:spcPct val="90000"/>
        </a:lnSpc>
        <a:spcBef>
          <a:spcPct val="0"/>
        </a:spcBef>
        <a:buNone/>
        <a:defRPr sz="5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54" indent="-360045" algn="l" defTabSz="1440180" rtl="0" eaLnBrk="1" latinLnBrk="0" hangingPunct="1">
        <a:lnSpc>
          <a:spcPct val="90000"/>
        </a:lnSpc>
        <a:spcBef>
          <a:spcPts val="2835"/>
        </a:spcBef>
        <a:buSzPct val="80000"/>
        <a:buFont typeface="Wingdings" panose="05000000000000000000" pitchFamily="2" charset="2"/>
        <a:buChar char="§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936117" indent="-360045" algn="l" defTabSz="1440180" rtl="0" eaLnBrk="1" latinLnBrk="0" hangingPunct="1">
        <a:lnSpc>
          <a:spcPct val="90000"/>
        </a:lnSpc>
        <a:spcBef>
          <a:spcPts val="1575"/>
        </a:spcBef>
        <a:buSzPct val="80000"/>
        <a:buFont typeface="Wingdings" panose="05000000000000000000" pitchFamily="2" charset="2"/>
        <a:buChar char="§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44243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4pPr>
      <a:lvl5pPr marL="2448306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5pPr>
      <a:lvl6pPr marL="2952369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6pPr>
      <a:lvl7pPr marL="3456432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7pPr>
      <a:lvl8pPr marL="3960495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8pPr>
      <a:lvl9pPr marL="4464558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microsoft.com/office/2007/relationships/hdphoto" Target="../media/hdphoto4.wdp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3.xml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0.png"/><Relationship Id="rId5" Type="http://schemas.openxmlformats.org/officeDocument/2006/relationships/customXml" Target="../ink/ink5.xml"/><Relationship Id="rId4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0.png"/><Relationship Id="rId5" Type="http://schemas.openxmlformats.org/officeDocument/2006/relationships/customXml" Target="../ink/ink7.xml"/><Relationship Id="rId4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187912" y="355707"/>
            <a:ext cx="5240089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Let’s Build Words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38250" y="140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46457" y="266127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80902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97195" y="2602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229815" y="2260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80403" y="14419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79432" y="2260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80562" y="14063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192754" y="263069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38802" y="26338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47234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45762" y="263069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192754" y="378155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75333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Buddy Letter?</a:t>
            </a:r>
          </a:p>
        </p:txBody>
      </p:sp>
    </p:spTree>
    <p:extLst>
      <p:ext uri="{BB962C8B-B14F-4D97-AF65-F5344CB8AC3E}">
        <p14:creationId xmlns:p14="http://schemas.microsoft.com/office/powerpoint/2010/main" val="169455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47130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7710" y="487680"/>
            <a:ext cx="13498789" cy="4470250"/>
          </a:xfrm>
        </p:spPr>
        <p:txBody>
          <a:bodyPr/>
          <a:lstStyle/>
          <a:p>
            <a:r>
              <a:rPr lang="en-US" dirty="0"/>
              <a:t>Lesson 26 – Intro </a:t>
            </a:r>
            <a:r>
              <a:rPr lang="en-US" dirty="0" err="1"/>
              <a:t>th</a:t>
            </a:r>
            <a:r>
              <a:rPr lang="en-US" dirty="0"/>
              <a:t>, 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7710" y="4974086"/>
            <a:ext cx="11714439" cy="1341120"/>
          </a:xfrm>
        </p:spPr>
        <p:txBody>
          <a:bodyPr>
            <a:normAutofit/>
          </a:bodyPr>
          <a:lstStyle/>
          <a:p>
            <a:r>
              <a:rPr lang="en-US" sz="4000" dirty="0"/>
              <a:t>3 letter-syllables with a, </a:t>
            </a:r>
            <a:r>
              <a:rPr lang="en-US" sz="4000" dirty="0" err="1"/>
              <a:t>i</a:t>
            </a:r>
            <a:r>
              <a:rPr lang="en-US" sz="4000" dirty="0"/>
              <a:t>, and o. Intro b, digraph sh. Intro digraph ck</a:t>
            </a:r>
          </a:p>
        </p:txBody>
      </p:sp>
    </p:spTree>
    <p:extLst>
      <p:ext uri="{BB962C8B-B14F-4D97-AF65-F5344CB8AC3E}">
        <p14:creationId xmlns:p14="http://schemas.microsoft.com/office/powerpoint/2010/main" val="3578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2419350" y="318103"/>
            <a:ext cx="10515599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</a:t>
            </a:r>
            <a:r>
              <a:rPr lang="en-US" sz="8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’s learn how to read, write and spell better by building words.</a:t>
            </a:r>
            <a:endParaRPr lang="en-US" sz="88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17511" y="5915793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60893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i.pinimg.com/originals/e6/0e/25/e60e2517417698ccfad246ea63c310cb.jpg">
            <a:extLst>
              <a:ext uri="{FF2B5EF4-FFF2-40B4-BE49-F238E27FC236}">
                <a16:creationId xmlns:a16="http://schemas.microsoft.com/office/drawing/2014/main" id="{7C9BFB1C-F934-48C5-B0D9-9B9AE4286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7121" r="13587" b="25000"/>
          <a:stretch/>
        </p:blipFill>
        <p:spPr bwMode="auto">
          <a:xfrm>
            <a:off x="5855110" y="0"/>
            <a:ext cx="10545096" cy="1040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700547" y="1855850"/>
            <a:ext cx="477847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9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Vowels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B32F6-903D-4F60-ADCA-AFA8200AFB6C}"/>
              </a:ext>
            </a:extLst>
          </p:cNvPr>
          <p:cNvSpPr/>
          <p:nvPr/>
        </p:nvSpPr>
        <p:spPr>
          <a:xfrm>
            <a:off x="3354730" y="8583782"/>
            <a:ext cx="2286527" cy="177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Echo (Clip It) </a:t>
            </a:r>
          </a:p>
          <a:p>
            <a:pPr algn="ctr"/>
            <a:r>
              <a:rPr lang="en-US" dirty="0"/>
              <a:t>&amp; </a:t>
            </a:r>
          </a:p>
          <a:p>
            <a:pPr algn="ctr"/>
            <a:r>
              <a:rPr lang="en-US" dirty="0"/>
              <a:t>Draw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BB84A-ED8C-4650-A060-524430989369}"/>
              </a:ext>
            </a:extLst>
          </p:cNvPr>
          <p:cNvSpPr txBox="1"/>
          <p:nvPr/>
        </p:nvSpPr>
        <p:spPr>
          <a:xfrm>
            <a:off x="1364381" y="4203640"/>
            <a:ext cx="4002854" cy="360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Vowels are the most important letters, because every word and syllable needs a vowel. --- BUT, they sound so alike that we always say they we the keyword…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45B60A-E6EA-48AE-9224-E63E24443B22}"/>
              </a:ext>
            </a:extLst>
          </p:cNvPr>
          <p:cNvSpPr/>
          <p:nvPr/>
        </p:nvSpPr>
        <p:spPr>
          <a:xfrm>
            <a:off x="5855110" y="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A19664-172C-4AB0-A99A-90466909EF94}"/>
              </a:ext>
            </a:extLst>
          </p:cNvPr>
          <p:cNvSpPr txBox="1"/>
          <p:nvPr/>
        </p:nvSpPr>
        <p:spPr>
          <a:xfrm>
            <a:off x="17229591" y="0"/>
            <a:ext cx="197280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Notebook</a:t>
            </a:r>
          </a:p>
          <a:p>
            <a:pPr algn="ctr"/>
            <a:r>
              <a:rPr lang="en-US" dirty="0" err="1"/>
              <a:t>pg</a:t>
            </a:r>
            <a:r>
              <a:rPr lang="en-US" dirty="0"/>
              <a:t> 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EFCAA7-270E-4177-B88F-C0CA01A6C72B}"/>
              </a:ext>
            </a:extLst>
          </p:cNvPr>
          <p:cNvSpPr/>
          <p:nvPr/>
        </p:nvSpPr>
        <p:spPr>
          <a:xfrm>
            <a:off x="8797676" y="2638282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AA625A-33DC-4CD2-AEFD-5F4715F1AECF}"/>
              </a:ext>
            </a:extLst>
          </p:cNvPr>
          <p:cNvSpPr/>
          <p:nvPr/>
        </p:nvSpPr>
        <p:spPr>
          <a:xfrm>
            <a:off x="8886576" y="5276564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583F2B-A501-472A-BAA8-7F63E6E070BC}"/>
              </a:ext>
            </a:extLst>
          </p:cNvPr>
          <p:cNvSpPr/>
          <p:nvPr/>
        </p:nvSpPr>
        <p:spPr>
          <a:xfrm>
            <a:off x="7462157" y="791742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D80DCC-626B-48C7-9E96-47FA046D4EC5}"/>
              </a:ext>
            </a:extLst>
          </p:cNvPr>
          <p:cNvSpPr/>
          <p:nvPr/>
        </p:nvSpPr>
        <p:spPr>
          <a:xfrm>
            <a:off x="11795417" y="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0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i.pinimg.com/originals/e6/0e/25/e60e2517417698ccfad246ea63c310cb.jpg">
            <a:extLst>
              <a:ext uri="{FF2B5EF4-FFF2-40B4-BE49-F238E27FC236}">
                <a16:creationId xmlns:a16="http://schemas.microsoft.com/office/drawing/2014/main" id="{7C9BFB1C-F934-48C5-B0D9-9B9AE4286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7121" r="13587" b="25000"/>
          <a:stretch/>
        </p:blipFill>
        <p:spPr bwMode="auto">
          <a:xfrm>
            <a:off x="5855110" y="282632"/>
            <a:ext cx="10545096" cy="1040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0" y="1792103"/>
            <a:ext cx="6095297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000" b="1" dirty="0">
                <a:ln w="12700">
                  <a:solidFill>
                    <a:schemeClr val="tx2"/>
                  </a:solidFill>
                  <a:prstDash val="solid"/>
                </a:ln>
                <a:solidFill>
                  <a:srgbClr val="FDF2BA"/>
                </a:solidFill>
              </a:rPr>
              <a:t>Consonants</a:t>
            </a:r>
            <a:endParaRPr lang="en-US" sz="8000" b="1" cap="none" spc="0" dirty="0">
              <a:ln w="12700">
                <a:solidFill>
                  <a:schemeClr val="tx2"/>
                </a:solidFill>
                <a:prstDash val="solid"/>
              </a:ln>
              <a:solidFill>
                <a:srgbClr val="FDF2BA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B32F6-903D-4F60-ADCA-AFA8200AFB6C}"/>
              </a:ext>
            </a:extLst>
          </p:cNvPr>
          <p:cNvSpPr/>
          <p:nvPr/>
        </p:nvSpPr>
        <p:spPr>
          <a:xfrm>
            <a:off x="3363158" y="8915400"/>
            <a:ext cx="2286527" cy="177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Echo (Clip It) </a:t>
            </a:r>
          </a:p>
          <a:p>
            <a:pPr algn="ctr"/>
            <a:r>
              <a:rPr lang="en-US" dirty="0"/>
              <a:t>&amp; </a:t>
            </a:r>
          </a:p>
          <a:p>
            <a:pPr algn="ctr"/>
            <a:r>
              <a:rPr lang="en-US" dirty="0"/>
              <a:t>Draw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BB84A-ED8C-4650-A060-524430989369}"/>
              </a:ext>
            </a:extLst>
          </p:cNvPr>
          <p:cNvSpPr txBox="1"/>
          <p:nvPr/>
        </p:nvSpPr>
        <p:spPr>
          <a:xfrm>
            <a:off x="1815122" y="4233454"/>
            <a:ext cx="3331029" cy="316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probably know all of this letters and their sounds but let’s make sure we are not adding any extra wrong sounds…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2FAC66-0CC1-490F-A9F0-DB1658DCE56D}"/>
              </a:ext>
            </a:extLst>
          </p:cNvPr>
          <p:cNvSpPr txBox="1"/>
          <p:nvPr/>
        </p:nvSpPr>
        <p:spPr>
          <a:xfrm>
            <a:off x="17229591" y="0"/>
            <a:ext cx="197280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Notebook</a:t>
            </a:r>
          </a:p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3E8E7E-0ABF-4884-BD2E-BD064666DBCC}"/>
              </a:ext>
            </a:extLst>
          </p:cNvPr>
          <p:cNvSpPr/>
          <p:nvPr/>
        </p:nvSpPr>
        <p:spPr>
          <a:xfrm>
            <a:off x="13284610" y="298961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A616A9-821D-45B0-8701-6607F8A3E8FE}"/>
              </a:ext>
            </a:extLst>
          </p:cNvPr>
          <p:cNvSpPr/>
          <p:nvPr/>
        </p:nvSpPr>
        <p:spPr>
          <a:xfrm>
            <a:off x="13284610" y="2920914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BEB595-7D41-41B1-9892-6BAE77573D08}"/>
              </a:ext>
            </a:extLst>
          </p:cNvPr>
          <p:cNvSpPr/>
          <p:nvPr/>
        </p:nvSpPr>
        <p:spPr>
          <a:xfrm>
            <a:off x="5917791" y="548640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6D564D-C7F7-4FB9-95A0-84BF67B3DC35}"/>
              </a:ext>
            </a:extLst>
          </p:cNvPr>
          <p:cNvSpPr/>
          <p:nvPr/>
        </p:nvSpPr>
        <p:spPr>
          <a:xfrm>
            <a:off x="7430273" y="548640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0CCC0A-A5AD-476B-95B7-EC9149594C1B}"/>
              </a:ext>
            </a:extLst>
          </p:cNvPr>
          <p:cNvSpPr/>
          <p:nvPr/>
        </p:nvSpPr>
        <p:spPr>
          <a:xfrm>
            <a:off x="13284610" y="5542867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F5CEF8-BED3-4987-B1FB-14B924112B81}"/>
              </a:ext>
            </a:extLst>
          </p:cNvPr>
          <p:cNvSpPr/>
          <p:nvPr/>
        </p:nvSpPr>
        <p:spPr>
          <a:xfrm>
            <a:off x="14793159" y="5526538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E81D2F4-C912-4668-B8E4-5D55A268FED6}"/>
              </a:ext>
            </a:extLst>
          </p:cNvPr>
          <p:cNvSpPr/>
          <p:nvPr/>
        </p:nvSpPr>
        <p:spPr>
          <a:xfrm>
            <a:off x="10324134" y="282632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669667-809E-407C-BC6C-317A3C19ABC0}"/>
              </a:ext>
            </a:extLst>
          </p:cNvPr>
          <p:cNvSpPr/>
          <p:nvPr/>
        </p:nvSpPr>
        <p:spPr>
          <a:xfrm>
            <a:off x="5917791" y="2864447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ACF91A1-A51D-4A38-9790-3182253C8189}"/>
              </a:ext>
            </a:extLst>
          </p:cNvPr>
          <p:cNvSpPr/>
          <p:nvPr/>
        </p:nvSpPr>
        <p:spPr>
          <a:xfrm>
            <a:off x="10357441" y="5559196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F3A651-C940-48F1-BD47-AA6C109F172A}"/>
              </a:ext>
            </a:extLst>
          </p:cNvPr>
          <p:cNvSpPr/>
          <p:nvPr/>
        </p:nvSpPr>
        <p:spPr>
          <a:xfrm>
            <a:off x="5917791" y="816482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D366AD-0B99-4B4B-B0F6-32F661611B35}"/>
              </a:ext>
            </a:extLst>
          </p:cNvPr>
          <p:cNvSpPr/>
          <p:nvPr/>
        </p:nvSpPr>
        <p:spPr>
          <a:xfrm>
            <a:off x="7414357" y="23807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4E1CA9-38D6-47E9-9D91-C76AA514FC1C}"/>
              </a:ext>
            </a:extLst>
          </p:cNvPr>
          <p:cNvSpPr/>
          <p:nvPr/>
        </p:nvSpPr>
        <p:spPr>
          <a:xfrm>
            <a:off x="7421984" y="2937243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E1E267E-176B-427D-923F-995A2BE92ACD}"/>
              </a:ext>
            </a:extLst>
          </p:cNvPr>
          <p:cNvSpPr/>
          <p:nvPr/>
        </p:nvSpPr>
        <p:spPr>
          <a:xfrm>
            <a:off x="10323362" y="2937243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043A84C-B9B7-45B6-8324-548F7A6073E3}"/>
              </a:ext>
            </a:extLst>
          </p:cNvPr>
          <p:cNvSpPr/>
          <p:nvPr/>
        </p:nvSpPr>
        <p:spPr>
          <a:xfrm>
            <a:off x="8900509" y="274468"/>
            <a:ext cx="1607047" cy="2638282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FAA8AFB-FEB0-4064-9DDD-FBB675686151}"/>
              </a:ext>
            </a:extLst>
          </p:cNvPr>
          <p:cNvSpPr/>
          <p:nvPr/>
        </p:nvSpPr>
        <p:spPr>
          <a:xfrm>
            <a:off x="11835844" y="2882304"/>
            <a:ext cx="1607047" cy="2638282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2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i.pinimg.com/originals/e6/0e/25/e60e2517417698ccfad246ea63c310cb.jpg">
            <a:extLst>
              <a:ext uri="{FF2B5EF4-FFF2-40B4-BE49-F238E27FC236}">
                <a16:creationId xmlns:a16="http://schemas.microsoft.com/office/drawing/2014/main" id="{7C9BFB1C-F934-48C5-B0D9-9B9AE4286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57" t="76407" r="34497" b="10634"/>
          <a:stretch/>
        </p:blipFill>
        <p:spPr bwMode="auto">
          <a:xfrm>
            <a:off x="5752362" y="1572436"/>
            <a:ext cx="13037575" cy="402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412463" y="1976434"/>
            <a:ext cx="533989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Digraphs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DBD56-9E8B-491F-A7D7-EB2BD7F753FA}"/>
              </a:ext>
            </a:extLst>
          </p:cNvPr>
          <p:cNvSpPr/>
          <p:nvPr/>
        </p:nvSpPr>
        <p:spPr>
          <a:xfrm>
            <a:off x="7511878" y="6958046"/>
            <a:ext cx="884064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12700">
                  <a:solidFill>
                    <a:srgbClr val="FE9E00">
                      <a:lumMod val="50000"/>
                    </a:srgbClr>
                  </a:solidFill>
                  <a:prstDash val="solid"/>
                </a:ln>
                <a:pattFill prst="narHorz">
                  <a:fgClr>
                    <a:srgbClr val="FE9E00"/>
                  </a:fgClr>
                  <a:bgClr>
                    <a:srgbClr val="FE9E00">
                      <a:lumMod val="40000"/>
                      <a:lumOff val="60000"/>
                    </a:srgbClr>
                  </a:bgClr>
                </a:pattFill>
                <a:effectLst>
                  <a:innerShdw blurRad="177800">
                    <a:srgbClr val="FE9E00">
                      <a:lumMod val="50000"/>
                    </a:srgbClr>
                  </a:innerShdw>
                </a:effectLst>
                <a:uLnTx/>
                <a:uFillTx/>
                <a:latin typeface="Euphemia"/>
                <a:ea typeface="+mn-ea"/>
                <a:cs typeface="+mn-cs"/>
              </a:rPr>
              <a:t>“A Digraph is 2-letters that make 1 sound!”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05219-12A7-4277-92BF-63FE009C3005}"/>
              </a:ext>
            </a:extLst>
          </p:cNvPr>
          <p:cNvSpPr txBox="1"/>
          <p:nvPr/>
        </p:nvSpPr>
        <p:spPr>
          <a:xfrm>
            <a:off x="1815122" y="4233454"/>
            <a:ext cx="3331029" cy="272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Some consonants are so stuck together that they form one sound even though there are two letters.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70DBD-D825-436E-BA88-F5F2F83BD165}"/>
              </a:ext>
            </a:extLst>
          </p:cNvPr>
          <p:cNvSpPr txBox="1"/>
          <p:nvPr/>
        </p:nvSpPr>
        <p:spPr>
          <a:xfrm>
            <a:off x="17229591" y="0"/>
            <a:ext cx="197280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Student Notebook</a:t>
            </a:r>
          </a:p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pg</a:t>
            </a: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2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E7099FC-660F-42FC-8D1F-33C7DE064602}"/>
              </a:ext>
            </a:extLst>
          </p:cNvPr>
          <p:cNvSpPr/>
          <p:nvPr/>
        </p:nvSpPr>
        <p:spPr>
          <a:xfrm>
            <a:off x="16443959" y="2797010"/>
            <a:ext cx="2042161" cy="574840"/>
          </a:xfrm>
          <a:prstGeom prst="rightArrow">
            <a:avLst>
              <a:gd name="adj1" fmla="val 50000"/>
              <a:gd name="adj2" fmla="val 30087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6ADD71F-5965-4683-90CF-6A1D965F8E77}"/>
              </a:ext>
            </a:extLst>
          </p:cNvPr>
          <p:cNvSpPr/>
          <p:nvPr/>
        </p:nvSpPr>
        <p:spPr>
          <a:xfrm flipH="1">
            <a:off x="6096000" y="2827490"/>
            <a:ext cx="1981200" cy="574840"/>
          </a:xfrm>
          <a:prstGeom prst="rightArrow">
            <a:avLst>
              <a:gd name="adj1" fmla="val 50000"/>
              <a:gd name="adj2" fmla="val 30087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390DCC-EBFE-436C-8932-04CC0DBA0060}"/>
              </a:ext>
            </a:extLst>
          </p:cNvPr>
          <p:cNvSpPr/>
          <p:nvPr/>
        </p:nvSpPr>
        <p:spPr>
          <a:xfrm>
            <a:off x="8389374" y="1124538"/>
            <a:ext cx="2605548" cy="48431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4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E17B57-226E-4FFE-B1C9-C03F382BAB63}"/>
              </a:ext>
            </a:extLst>
          </p:cNvPr>
          <p:cNvSpPr/>
          <p:nvPr/>
        </p:nvSpPr>
        <p:spPr>
          <a:xfrm>
            <a:off x="10994922" y="1124538"/>
            <a:ext cx="2605548" cy="484311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4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D1BB4-F623-4C4C-8E21-56F799A68F2A}"/>
              </a:ext>
            </a:extLst>
          </p:cNvPr>
          <p:cNvSpPr/>
          <p:nvPr/>
        </p:nvSpPr>
        <p:spPr>
          <a:xfrm>
            <a:off x="13609301" y="1124538"/>
            <a:ext cx="2605548" cy="4843112"/>
          </a:xfrm>
          <a:prstGeom prst="rect">
            <a:avLst/>
          </a:prstGeom>
          <a:solidFill>
            <a:srgbClr val="EF57E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4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A34C96-DA98-4FDA-9881-9F89DB2311DB}"/>
              </a:ext>
            </a:extLst>
          </p:cNvPr>
          <p:cNvSpPr/>
          <p:nvPr/>
        </p:nvSpPr>
        <p:spPr>
          <a:xfrm>
            <a:off x="16188805" y="1124538"/>
            <a:ext cx="2605548" cy="4843112"/>
          </a:xfrm>
          <a:prstGeom prst="rect">
            <a:avLst/>
          </a:prstGeom>
          <a:solidFill>
            <a:srgbClr val="E0EF17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7281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9882088" y="571265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10814798" y="571265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8846710" y="5712652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8913402" y="6853635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387241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0860799" y="60197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1838449" y="596756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9883130" y="6016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9883130" y="7424550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70695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1527604" y="571265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12473844" y="571265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10532594" y="571265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0356931" y="7110626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46189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11748161" y="635540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0776190" y="632023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12763483" y="635540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69768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1353568" y="62384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10431066" y="624294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260902" y="6210680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28671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309468" y="54834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10322121" y="549430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12210807" y="5560252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326539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0910571" y="571265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9928374" y="5712652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11809059" y="5712652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347453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11945405" y="610654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10864755" y="6086032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12895200" y="6127732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0707673" y="5800623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2965895" y="7383808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20817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2256173" y="571265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11220795" y="5712652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13227187" y="571265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64946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360211" y="530044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76075" y="37363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12337416" y="530044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10287345" y="5241845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215698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12276050" y="596848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3202752" y="599120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11429458" y="448172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11216795" y="5979873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297861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074022" y="6016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10005797" y="38312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10026852" y="6097295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080296" y="6006836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427173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199901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367799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445232" y="512245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lvl="0" algn="ctr">
              <a:defRPr/>
            </a:pPr>
            <a:r>
              <a:rPr lang="en-US" sz="88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Let’s build Words</a:t>
            </a:r>
            <a:endParaRPr lang="en-US" sz="6600" b="1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3841" y="355707"/>
            <a:ext cx="4066080" cy="156561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44321" y="14965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55" y="140831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18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19024" y="380685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304852" y="18193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155764" y="14576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156800" y="2654690"/>
            <a:ext cx="914171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153420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072267" y="26617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157052" y="37900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2" y="4916929"/>
            <a:ext cx="955513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32048" y="495766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50053" y="4928313"/>
            <a:ext cx="895764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87207" y="49396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96435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74807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505883" y="276955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74807" y="1420355"/>
            <a:ext cx="1197195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475093" y="1446073"/>
            <a:ext cx="126126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465687" y="2615192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197194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458272" y="3750410"/>
            <a:ext cx="1197356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663309" y="7266550"/>
            <a:ext cx="1127819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51829" y="605906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488766" y="5054980"/>
            <a:ext cx="1126441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82665" y="61413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8508130" y="518019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BBCF72-B2F3-4FAE-A124-0EE2470911C9}"/>
              </a:ext>
            </a:extLst>
          </p:cNvPr>
          <p:cNvSpPr/>
          <p:nvPr/>
        </p:nvSpPr>
        <p:spPr>
          <a:xfrm>
            <a:off x="17893963" y="6542549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CFF32C-D73C-465C-8E41-7E4F3FC7D167}"/>
              </a:ext>
            </a:extLst>
          </p:cNvPr>
          <p:cNvSpPr/>
          <p:nvPr/>
        </p:nvSpPr>
        <p:spPr>
          <a:xfrm>
            <a:off x="17893963" y="8290297"/>
            <a:ext cx="1228334" cy="15831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5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3B07C4-0FC3-4E6C-893C-89AD501C1478}"/>
              </a:ext>
            </a:extLst>
          </p:cNvPr>
          <p:cNvCxnSpPr>
            <a:cxnSpLocks/>
          </p:cNvCxnSpPr>
          <p:nvPr/>
        </p:nvCxnSpPr>
        <p:spPr>
          <a:xfrm>
            <a:off x="18032161" y="59336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C297A7F-33B2-4E35-B221-4EE6322D3276}"/>
              </a:ext>
            </a:extLst>
          </p:cNvPr>
          <p:cNvCxnSpPr>
            <a:cxnSpLocks/>
          </p:cNvCxnSpPr>
          <p:nvPr/>
        </p:nvCxnSpPr>
        <p:spPr>
          <a:xfrm>
            <a:off x="18184561" y="60860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9C803E9-F1F8-42A4-97C6-411B82D56151}"/>
              </a:ext>
            </a:extLst>
          </p:cNvPr>
          <p:cNvCxnSpPr>
            <a:cxnSpLocks/>
          </p:cNvCxnSpPr>
          <p:nvPr/>
        </p:nvCxnSpPr>
        <p:spPr>
          <a:xfrm>
            <a:off x="18336961" y="6238432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8EAB55-778E-4DFD-AA33-A591795A58D8}"/>
              </a:ext>
            </a:extLst>
          </p:cNvPr>
          <p:cNvSpPr txBox="1"/>
          <p:nvPr/>
        </p:nvSpPr>
        <p:spPr>
          <a:xfrm>
            <a:off x="15951960" y="2914586"/>
            <a:ext cx="3055561" cy="184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Blend?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Closed Syllable?</a:t>
            </a:r>
          </a:p>
        </p:txBody>
      </p:sp>
    </p:spTree>
    <p:extLst>
      <p:ext uri="{BB962C8B-B14F-4D97-AF65-F5344CB8AC3E}">
        <p14:creationId xmlns:p14="http://schemas.microsoft.com/office/powerpoint/2010/main" val="423892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6420289" y="84921"/>
            <a:ext cx="5901461" cy="54014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11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 </a:t>
            </a:r>
            <a:r>
              <a:rPr lang="en-US" sz="115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Word Cards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247174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4675239" y="1094363"/>
            <a:ext cx="7676009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115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4. Charting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254104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0ADB34-3C9B-4334-94B7-BD2BB3861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1" y="705473"/>
            <a:ext cx="12190412" cy="90830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9BEDD3-8950-4C90-81D1-85AACBAEE73D}"/>
                  </a:ext>
                </a:extLst>
              </p14:cNvPr>
              <p14:cNvContentPartPr/>
              <p14:nvPr/>
            </p14:nvContentPartPr>
            <p14:xfrm>
              <a:off x="3093480" y="560520"/>
              <a:ext cx="11060280" cy="3700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9BEDD3-8950-4C90-81D1-85AACBAEE7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4120" y="551160"/>
                <a:ext cx="11079000" cy="37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9876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4793226" y="326920"/>
            <a:ext cx="8610953" cy="54014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115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5. Sentence Reading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93226" y="5986435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423362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DC0B4-024C-43C6-8804-D47E97A30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6975" y="376237"/>
            <a:ext cx="6689726" cy="162954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04CC78-43AF-490F-8334-3CD65E795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9371" y="2803525"/>
            <a:ext cx="16163658" cy="53657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95DAD4-ABC8-4679-A47C-CC1C242BB988}"/>
                  </a:ext>
                </a:extLst>
              </p14:cNvPr>
              <p14:cNvContentPartPr/>
              <p14:nvPr/>
            </p14:nvContentPartPr>
            <p14:xfrm>
              <a:off x="1570680" y="3219480"/>
              <a:ext cx="16157520" cy="4773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95DAD4-ABC8-4679-A47C-CC1C242BB9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1320" y="3210120"/>
                <a:ext cx="16176240" cy="479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0115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5614673" y="1094363"/>
            <a:ext cx="7973053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8. Dictation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EB7DF-417F-4BC4-899F-F189EE528474}"/>
              </a:ext>
            </a:extLst>
          </p:cNvPr>
          <p:cNvSpPr/>
          <p:nvPr/>
        </p:nvSpPr>
        <p:spPr>
          <a:xfrm>
            <a:off x="538275" y="653442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Use your journal.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FFFF00"/>
                </a:highlight>
                <a:uLnTx/>
                <a:uFillTx/>
                <a:latin typeface="Euphemia"/>
                <a:ea typeface="+mn-ea"/>
                <a:cs typeface="+mn-cs"/>
              </a:rPr>
              <a:t>Name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highlight>
                  <a:srgbClr val="FFFF00"/>
                </a:highlight>
                <a:uLnTx/>
                <a:uFillTx/>
                <a:latin typeface="Euphemia"/>
                <a:ea typeface="+mn-ea"/>
                <a:cs typeface="+mn-cs"/>
              </a:rPr>
              <a:t>Substep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FFFF00"/>
                </a:highlight>
                <a:uLnTx/>
                <a:uFillTx/>
                <a:latin typeface="Euphemia"/>
                <a:ea typeface="+mn-ea"/>
                <a:cs typeface="+mn-cs"/>
              </a:rPr>
              <a:t> 1.2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FFFF00"/>
                </a:highlight>
                <a:uLnTx/>
                <a:uFillTx/>
                <a:latin typeface="Euphemia"/>
                <a:ea typeface="+mn-ea"/>
                <a:cs typeface="+mn-cs"/>
              </a:rPr>
              <a:t>Lesson Number </a:t>
            </a:r>
            <a:r>
              <a:rPr lang="en-US" sz="2800" b="1" dirty="0">
                <a:solidFill>
                  <a:schemeClr val="tx2"/>
                </a:solidFill>
                <a:highlight>
                  <a:srgbClr val="FFFF00"/>
                </a:highlight>
                <a:latin typeface="Euphemia"/>
              </a:rPr>
              <a:t>4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highlight>
                <a:srgbClr val="FFFF00"/>
              </a:highlight>
              <a:uLnTx/>
              <a:uFillTx/>
              <a:latin typeface="Euphemia"/>
            </a:endParaRP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FFFF00"/>
                </a:highlight>
                <a:uLnTx/>
                <a:uFillTx/>
                <a:latin typeface="Euphemia"/>
                <a:ea typeface="+mn-ea"/>
                <a:cs typeface="+mn-cs"/>
              </a:rPr>
              <a:t>Date: 10/8/20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E1C358-C01F-48A9-8D4E-477787480B2E}"/>
              </a:ext>
            </a:extLst>
          </p:cNvPr>
          <p:cNvSpPr/>
          <p:nvPr/>
        </p:nvSpPr>
        <p:spPr>
          <a:xfrm>
            <a:off x="423975" y="5237367"/>
            <a:ext cx="4015266" cy="20778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Say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Tap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Spell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Spell as you write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2E34E1-3901-47F6-9588-9D6F9567F4E3}"/>
                  </a:ext>
                </a:extLst>
              </p14:cNvPr>
              <p14:cNvContentPartPr/>
              <p14:nvPr/>
            </p14:nvContentPartPr>
            <p14:xfrm>
              <a:off x="2692800" y="6247080"/>
              <a:ext cx="360" cy="32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2E34E1-3901-47F6-9588-9D6F9567F4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83440" y="6237720"/>
                <a:ext cx="19080" cy="5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74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7EDBA1-2568-42F1-AF41-AA7744FC9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47" y="1592038"/>
            <a:ext cx="8439414" cy="6480810"/>
          </a:xfrm>
          <a:solidFill>
            <a:schemeClr val="bg1"/>
          </a:solidFill>
        </p:spPr>
        <p:txBody>
          <a:bodyPr/>
          <a:lstStyle/>
          <a:p>
            <a:pPr marL="72009" indent="0">
              <a:buNone/>
            </a:pPr>
            <a:r>
              <a:rPr lang="en-US" dirty="0"/>
              <a:t>Mr. Figueroa    1/14/2021    1.2 </a:t>
            </a: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e</a:t>
            </a: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u</a:t>
            </a: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g</a:t>
            </a: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</a:t>
            </a:r>
            <a:r>
              <a:rPr lang="en-US" sz="5400" dirty="0" err="1">
                <a:solidFill>
                  <a:schemeClr val="tx2"/>
                </a:solidFill>
              </a:rPr>
              <a:t>sh</a:t>
            </a:r>
            <a:endParaRPr lang="en-US" sz="5400" dirty="0">
              <a:solidFill>
                <a:schemeClr val="tx2"/>
              </a:solidFill>
            </a:endParaRP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</a:t>
            </a:r>
            <a:r>
              <a:rPr lang="en-US" sz="5400" dirty="0" err="1">
                <a:solidFill>
                  <a:schemeClr val="tx2"/>
                </a:solidFill>
              </a:rPr>
              <a:t>ch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9157A8-9094-44EE-8B72-6DDD1F782FC0}"/>
                  </a:ext>
                </a:extLst>
              </p14:cNvPr>
              <p14:cNvContentPartPr/>
              <p14:nvPr/>
            </p14:nvContentPartPr>
            <p14:xfrm>
              <a:off x="15261939" y="2345787"/>
              <a:ext cx="567" cy="567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9157A8-9094-44EE-8B72-6DDD1F782F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7197" y="2331045"/>
                <a:ext cx="30051" cy="30051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785996B-FCC5-4FF6-8281-44806CC61A5C}"/>
              </a:ext>
            </a:extLst>
          </p:cNvPr>
          <p:cNvSpPr/>
          <p:nvPr/>
        </p:nvSpPr>
        <p:spPr>
          <a:xfrm>
            <a:off x="5800823" y="22378"/>
            <a:ext cx="716478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8. Dictation 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7398975-63EB-44AC-A256-FFA1CED8CC2C}"/>
              </a:ext>
            </a:extLst>
          </p:cNvPr>
          <p:cNvSpPr txBox="1">
            <a:spLocks/>
          </p:cNvSpPr>
          <p:nvPr/>
        </p:nvSpPr>
        <p:spPr>
          <a:xfrm>
            <a:off x="9503430" y="1592038"/>
            <a:ext cx="9176470" cy="879620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432054" indent="-360045" algn="l" defTabSz="1440180" rtl="0" eaLnBrk="1" latinLnBrk="0" hangingPunct="1">
              <a:lnSpc>
                <a:spcPct val="90000"/>
              </a:lnSpc>
              <a:spcBef>
                <a:spcPts val="2835"/>
              </a:spcBef>
              <a:buSzPct val="80000"/>
              <a:buFont typeface="Wingdings" panose="05000000000000000000" pitchFamily="2" charset="2"/>
              <a:buChar char="§"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117" indent="-360045" algn="l" defTabSz="1440180" rtl="0" eaLnBrk="1" latinLnBrk="0" hangingPunct="1">
              <a:lnSpc>
                <a:spcPct val="90000"/>
              </a:lnSpc>
              <a:spcBef>
                <a:spcPts val="1575"/>
              </a:spcBef>
              <a:buSzPct val="80000"/>
              <a:buFont typeface="Wingdings" panose="05000000000000000000" pitchFamily="2" charset="2"/>
              <a:buChar char="§"/>
              <a:defRPr sz="2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180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4243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48306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52369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6432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60495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64558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9" indent="0">
              <a:buFont typeface="Wingdings" panose="05000000000000000000" pitchFamily="2" charset="2"/>
              <a:buNone/>
            </a:pPr>
            <a:r>
              <a:rPr lang="en-US" dirty="0"/>
              <a:t>Mr. Figueroa    1/14/2021   1.2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chap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thud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moth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much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wet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I wish to jog on that path.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  <a:endParaRPr 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7A0176-4ABE-4F6D-86EE-59F36B7A7073}"/>
                  </a:ext>
                </a:extLst>
              </p14:cNvPr>
              <p14:cNvContentPartPr/>
              <p14:nvPr/>
            </p14:nvContentPartPr>
            <p14:xfrm>
              <a:off x="19090080" y="329976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7A0176-4ABE-4F6D-86EE-59F36B7A70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080720" y="3290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3514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7EDBA1-2568-42F1-AF41-AA7744FC9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47" y="1592038"/>
            <a:ext cx="8439414" cy="6480810"/>
          </a:xfrm>
          <a:solidFill>
            <a:schemeClr val="bg1"/>
          </a:solidFill>
        </p:spPr>
        <p:txBody>
          <a:bodyPr/>
          <a:lstStyle/>
          <a:p>
            <a:pPr marL="72009" indent="0">
              <a:buNone/>
            </a:pPr>
            <a:r>
              <a:rPr lang="en-US" dirty="0"/>
              <a:t>Mr. Figueroa    1/14/2021    1.2 </a:t>
            </a: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</a:t>
            </a: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</a:t>
            </a: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</a:t>
            </a: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</a:t>
            </a:r>
          </a:p>
          <a:p>
            <a:pPr marL="586359" indent="-514350">
              <a:buFont typeface="+mj-lt"/>
              <a:buAutoNum type="arabicPeriod"/>
            </a:pPr>
            <a:r>
              <a:rPr lang="en-US" sz="5400" dirty="0">
                <a:solidFill>
                  <a:schemeClr val="tx2"/>
                </a:solidFill>
              </a:rPr>
              <a:t>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9157A8-9094-44EE-8B72-6DDD1F782FC0}"/>
                  </a:ext>
                </a:extLst>
              </p14:cNvPr>
              <p14:cNvContentPartPr/>
              <p14:nvPr/>
            </p14:nvContentPartPr>
            <p14:xfrm>
              <a:off x="15261939" y="2345787"/>
              <a:ext cx="567" cy="567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9157A8-9094-44EE-8B72-6DDD1F782F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7197" y="2331045"/>
                <a:ext cx="30051" cy="30051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785996B-FCC5-4FF6-8281-44806CC61A5C}"/>
              </a:ext>
            </a:extLst>
          </p:cNvPr>
          <p:cNvSpPr/>
          <p:nvPr/>
        </p:nvSpPr>
        <p:spPr>
          <a:xfrm>
            <a:off x="5800823" y="22378"/>
            <a:ext cx="716478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8. Dictation 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7398975-63EB-44AC-A256-FFA1CED8CC2C}"/>
              </a:ext>
            </a:extLst>
          </p:cNvPr>
          <p:cNvSpPr txBox="1">
            <a:spLocks/>
          </p:cNvSpPr>
          <p:nvPr/>
        </p:nvSpPr>
        <p:spPr>
          <a:xfrm>
            <a:off x="9503430" y="1592038"/>
            <a:ext cx="9176470" cy="879620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432054" indent="-360045" algn="l" defTabSz="1440180" rtl="0" eaLnBrk="1" latinLnBrk="0" hangingPunct="1">
              <a:lnSpc>
                <a:spcPct val="90000"/>
              </a:lnSpc>
              <a:spcBef>
                <a:spcPts val="2835"/>
              </a:spcBef>
              <a:buSzPct val="80000"/>
              <a:buFont typeface="Wingdings" panose="05000000000000000000" pitchFamily="2" charset="2"/>
              <a:buChar char="§"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117" indent="-360045" algn="l" defTabSz="1440180" rtl="0" eaLnBrk="1" latinLnBrk="0" hangingPunct="1">
              <a:lnSpc>
                <a:spcPct val="90000"/>
              </a:lnSpc>
              <a:spcBef>
                <a:spcPts val="1575"/>
              </a:spcBef>
              <a:buSzPct val="80000"/>
              <a:buFont typeface="Wingdings" panose="05000000000000000000" pitchFamily="2" charset="2"/>
              <a:buChar char="§"/>
              <a:defRPr sz="2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180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4243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48306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52369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6432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60495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64558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9" indent="0">
              <a:buFont typeface="Wingdings" panose="05000000000000000000" pitchFamily="2" charset="2"/>
              <a:buNone/>
            </a:pPr>
            <a:r>
              <a:rPr lang="en-US" dirty="0"/>
              <a:t>Mr. Figueroa    1/14/2021   1.2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</a:p>
          <a:p>
            <a:pPr marL="792099" indent="-720090">
              <a:buFont typeface="+mj-lt"/>
              <a:buAutoNum type="arabicPeriod"/>
            </a:pPr>
            <a:r>
              <a:rPr lang="en-US" sz="4800" dirty="0">
                <a:solidFill>
                  <a:schemeClr val="tx2"/>
                </a:solidFill>
              </a:rPr>
              <a:t> </a:t>
            </a:r>
            <a:endParaRPr 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7A0176-4ABE-4F6D-86EE-59F36B7A7073}"/>
                  </a:ext>
                </a:extLst>
              </p14:cNvPr>
              <p14:cNvContentPartPr/>
              <p14:nvPr/>
            </p14:nvContentPartPr>
            <p14:xfrm>
              <a:off x="19090080" y="329976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7A0176-4ABE-4F6D-86EE-59F36B7A70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080720" y="3290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9788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0508F1-FA56-4519-9EBE-B285E99B544E}"/>
              </a:ext>
            </a:extLst>
          </p:cNvPr>
          <p:cNvSpPr/>
          <p:nvPr/>
        </p:nvSpPr>
        <p:spPr>
          <a:xfrm>
            <a:off x="2424794" y="908686"/>
            <a:ext cx="13211447" cy="5720156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  <p:txBody>
          <a:bodyPr wrap="square" lIns="144018" tIns="72009" rIns="144018" bIns="72009">
            <a:spAutoFit/>
          </a:bodyPr>
          <a:lstStyle/>
          <a:p>
            <a:pPr algn="ctr" defTabSz="1440180">
              <a:defRPr/>
            </a:pPr>
            <a:r>
              <a:rPr lang="en-US" sz="18113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  <a:outerShdw dist="38100" dir="2700000" algn="tl" rotWithShape="0">
                    <a:srgbClr val="DF5327"/>
                  </a:outerShdw>
                </a:effectLst>
                <a:latin typeface="Euphemia"/>
              </a:rPr>
              <a:t>Have a great day!</a:t>
            </a:r>
          </a:p>
        </p:txBody>
      </p:sp>
      <p:pic>
        <p:nvPicPr>
          <p:cNvPr id="4" name="Picture 2" descr="Download Clipart Cloud Atomic Bomb - Fallout 4 Guy Thumbs Up PNG ...">
            <a:extLst>
              <a:ext uri="{FF2B5EF4-FFF2-40B4-BE49-F238E27FC236}">
                <a16:creationId xmlns:a16="http://schemas.microsoft.com/office/drawing/2014/main" id="{D631D737-E8B9-4789-BA45-F3FD32D9E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4343" y="3213621"/>
            <a:ext cx="4422337" cy="3415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78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3853543" y="84921"/>
            <a:ext cx="10384971" cy="60016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6. Quick Drill in Reverse</a:t>
            </a:r>
          </a:p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(Magnetic Journals)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4170" y="6377304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336471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3853543" y="84921"/>
            <a:ext cx="10384971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7. Spelling</a:t>
            </a:r>
          </a:p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(Magnetic Journals)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4170" y="6377304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7CEE4B-0B0A-4449-A2A5-E63F77692B30}"/>
              </a:ext>
            </a:extLst>
          </p:cNvPr>
          <p:cNvSpPr/>
          <p:nvPr/>
        </p:nvSpPr>
        <p:spPr>
          <a:xfrm>
            <a:off x="619918" y="1420586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Say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Say w/o Suffix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Tap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Spell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Build as you Spell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Scoop and Read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Spell it Back</a:t>
            </a:r>
          </a:p>
        </p:txBody>
      </p:sp>
    </p:spTree>
    <p:extLst>
      <p:ext uri="{BB962C8B-B14F-4D97-AF65-F5344CB8AC3E}">
        <p14:creationId xmlns:p14="http://schemas.microsoft.com/office/powerpoint/2010/main" val="3740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5614673" y="1094363"/>
            <a:ext cx="7973053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8. Dictation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EB7DF-417F-4BC4-899F-F189EE528474}"/>
              </a:ext>
            </a:extLst>
          </p:cNvPr>
          <p:cNvSpPr/>
          <p:nvPr/>
        </p:nvSpPr>
        <p:spPr>
          <a:xfrm>
            <a:off x="538275" y="653442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Use your journal.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Name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Substep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1.1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Lesson Number 2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Date: 10/1/20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E1C358-C01F-48A9-8D4E-477787480B2E}"/>
              </a:ext>
            </a:extLst>
          </p:cNvPr>
          <p:cNvSpPr/>
          <p:nvPr/>
        </p:nvSpPr>
        <p:spPr>
          <a:xfrm>
            <a:off x="423975" y="5237367"/>
            <a:ext cx="4015266" cy="20778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Say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Tap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Spell</a:t>
            </a:r>
          </a:p>
          <a:p>
            <a:pPr marL="914400" marR="0" lvl="0" indent="-91440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Spell as you write</a:t>
            </a:r>
          </a:p>
        </p:txBody>
      </p:sp>
    </p:spTree>
    <p:extLst>
      <p:ext uri="{BB962C8B-B14F-4D97-AF65-F5344CB8AC3E}">
        <p14:creationId xmlns:p14="http://schemas.microsoft.com/office/powerpoint/2010/main" val="21110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7EDBA1-2568-42F1-AF41-AA7744FC9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6689" y="1838595"/>
            <a:ext cx="5397439" cy="6480810"/>
          </a:xfrm>
          <a:solidFill>
            <a:schemeClr val="bg1"/>
          </a:solidFill>
        </p:spPr>
        <p:txBody>
          <a:bodyPr/>
          <a:lstStyle/>
          <a:p>
            <a:pPr marL="72009" indent="0">
              <a:buNone/>
            </a:pPr>
            <a:r>
              <a:rPr lang="en-US" dirty="0"/>
              <a:t>Mr. Figueroa 10/1/2020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a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I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n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t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g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marL="792099" indent="-720090">
              <a:buFont typeface="+mj-lt"/>
              <a:buAutoNum type="arabicPeriod"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9157A8-9094-44EE-8B72-6DDD1F782FC0}"/>
                  </a:ext>
                </a:extLst>
              </p14:cNvPr>
              <p14:cNvContentPartPr/>
              <p14:nvPr/>
            </p14:nvContentPartPr>
            <p14:xfrm>
              <a:off x="15261939" y="2345787"/>
              <a:ext cx="567" cy="567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9157A8-9094-44EE-8B72-6DDD1F782F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7197" y="2331045"/>
                <a:ext cx="30051" cy="30051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785996B-FCC5-4FF6-8281-44806CC61A5C}"/>
              </a:ext>
            </a:extLst>
          </p:cNvPr>
          <p:cNvSpPr/>
          <p:nvPr/>
        </p:nvSpPr>
        <p:spPr>
          <a:xfrm>
            <a:off x="5800823" y="22378"/>
            <a:ext cx="716478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</a:rPr>
              <a:t>8. Dictation 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7398975-63EB-44AC-A256-FFA1CED8CC2C}"/>
              </a:ext>
            </a:extLst>
          </p:cNvPr>
          <p:cNvSpPr txBox="1">
            <a:spLocks/>
          </p:cNvSpPr>
          <p:nvPr/>
        </p:nvSpPr>
        <p:spPr>
          <a:xfrm>
            <a:off x="7930417" y="1832061"/>
            <a:ext cx="5397439" cy="648081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432054" indent="-360045" algn="l" defTabSz="1440180" rtl="0" eaLnBrk="1" latinLnBrk="0" hangingPunct="1">
              <a:lnSpc>
                <a:spcPct val="90000"/>
              </a:lnSpc>
              <a:spcBef>
                <a:spcPts val="2835"/>
              </a:spcBef>
              <a:buSzPct val="80000"/>
              <a:buFont typeface="Wingdings" panose="05000000000000000000" pitchFamily="2" charset="2"/>
              <a:buChar char="§"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117" indent="-360045" algn="l" defTabSz="1440180" rtl="0" eaLnBrk="1" latinLnBrk="0" hangingPunct="1">
              <a:lnSpc>
                <a:spcPct val="90000"/>
              </a:lnSpc>
              <a:spcBef>
                <a:spcPts val="1575"/>
              </a:spcBef>
              <a:buSzPct val="80000"/>
              <a:buFont typeface="Wingdings" panose="05000000000000000000" pitchFamily="2" charset="2"/>
              <a:buChar char="§"/>
              <a:defRPr sz="2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180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4243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48306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52369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56432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60495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64558" indent="-360045" algn="l" defTabSz="1440180" rtl="0" eaLnBrk="1" latinLnBrk="0" hangingPunct="1">
              <a:lnSpc>
                <a:spcPct val="90000"/>
              </a:lnSpc>
              <a:spcBef>
                <a:spcPts val="1260"/>
              </a:spcBef>
              <a:buSzPct val="80000"/>
              <a:buFont typeface="Wingdings" panose="05000000000000000000" pitchFamily="2" charset="2"/>
              <a:buChar char="§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9" indent="0">
              <a:buFont typeface="Wingdings" panose="05000000000000000000" pitchFamily="2" charset="2"/>
              <a:buNone/>
            </a:pPr>
            <a:r>
              <a:rPr lang="en-US" dirty="0"/>
              <a:t>Mr. Figueroa 10/1/2020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mad 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sag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nag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nip</a:t>
            </a:r>
          </a:p>
          <a:p>
            <a:pPr marL="792099" indent="-720090">
              <a:buFont typeface="+mj-lt"/>
              <a:buAutoNum type="arabicPeriod"/>
            </a:pPr>
            <a:r>
              <a:rPr lang="en-US" dirty="0"/>
              <a:t> mid</a:t>
            </a:r>
          </a:p>
          <a:p>
            <a:pPr marL="792099" indent="-720090">
              <a:buFont typeface="+mj-lt"/>
              <a:buAutoNum type="arabicPeriod"/>
            </a:pPr>
            <a:endParaRPr lang="en-US" dirty="0"/>
          </a:p>
          <a:p>
            <a:pPr marL="792099" indent="-72009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454854"/>
      </p:ext>
    </p:extLst>
  </p:cSld>
  <p:clrMapOvr>
    <a:masterClrMapping/>
  </p:clrMapOvr>
</p:sld>
</file>

<file path=ppt/theme/theme1.xml><?xml version="1.0" encoding="utf-8"?>
<a:theme xmlns:a="http://schemas.openxmlformats.org/drawingml/2006/main" name="Children Playing 16x9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61883.potx" id="{18737D51-7733-4200-B5C9-BF22CA2CE631}" vid="{40CEFE45-12FF-4454-86EB-59F04C858872}"/>
    </a:ext>
  </a:extLst>
</a:theme>
</file>

<file path=ppt/theme/theme2.xml><?xml version="1.0" encoding="utf-8"?>
<a:theme xmlns:a="http://schemas.openxmlformats.org/drawingml/2006/main" name="1_Children Playing 16x9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61883.potx" id="{18737D51-7733-4200-B5C9-BF22CA2CE631}" vid="{40CEFE45-12FF-4454-86EB-59F04C858872}"/>
    </a:ext>
  </a:extLst>
</a:theme>
</file>

<file path=ppt/theme/theme3.xml><?xml version="1.0" encoding="utf-8"?>
<a:theme xmlns:a="http://schemas.openxmlformats.org/drawingml/2006/main" name="Office Theme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Children playing education presentation design (cartoon illustration, widescreen)</Template>
  <TotalTime>39113</TotalTime>
  <Words>1568</Words>
  <Application>Microsoft Office PowerPoint</Application>
  <PresentationFormat>Custom</PresentationFormat>
  <Paragraphs>1099</Paragraphs>
  <Slides>35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Century Gothic</vt:lpstr>
      <vt:lpstr>Euphemia</vt:lpstr>
      <vt:lpstr>Wingdings</vt:lpstr>
      <vt:lpstr>Children Playing 16x9</vt:lpstr>
      <vt:lpstr>1_Children Playing 16x9</vt:lpstr>
      <vt:lpstr>PowerPoint Presentation</vt:lpstr>
      <vt:lpstr>PowerPoint Presentation</vt:lpstr>
      <vt:lpstr>Lesson 26 – Intro th, 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 – Lesson 1</dc:title>
  <dc:creator>Figueroa Manrique, Gustavo A</dc:creator>
  <cp:lastModifiedBy>Figueroa Manrique, Gustavo A</cp:lastModifiedBy>
  <cp:revision>139</cp:revision>
  <dcterms:created xsi:type="dcterms:W3CDTF">2020-05-29T21:45:31Z</dcterms:created>
  <dcterms:modified xsi:type="dcterms:W3CDTF">2021-01-21T17:29:59Z</dcterms:modified>
</cp:coreProperties>
</file>