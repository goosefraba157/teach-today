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3.xml" ContentType="application/inkml+xml"/>
  <Override PartName="/ppt/notesSlides/notesSlide45.xml" ContentType="application/vnd.openxmlformats-officedocument.presentationml.notesSlide+xml"/>
  <Override PartName="/ppt/ink/ink4.xml" ContentType="application/inkml+xml"/>
  <Override PartName="/ppt/notesSlides/notesSlide46.xml" ContentType="application/vnd.openxmlformats-officedocument.presentationml.notesSlide+xml"/>
  <Override PartName="/ppt/ink/ink5.xml" ContentType="application/inkml+xml"/>
  <Override PartName="/ppt/notesSlides/notesSlide47.xml" ContentType="application/vnd.openxmlformats-officedocument.presentationml.notesSlide+xml"/>
  <Override PartName="/ppt/ink/ink6.xml" ContentType="application/inkml+xml"/>
  <Override PartName="/ppt/notesSlides/notesSlide48.xml" ContentType="application/vnd.openxmlformats-officedocument.presentationml.notesSlide+xml"/>
  <Override PartName="/ppt/ink/ink7.xml" ContentType="application/inkml+xml"/>
  <Override PartName="/ppt/notesSlides/notesSlide49.xml" ContentType="application/vnd.openxmlformats-officedocument.presentationml.notesSlide+xml"/>
  <Override PartName="/ppt/ink/ink8.xml" ContentType="application/inkml+xml"/>
  <Override PartName="/ppt/notesSlides/notesSlide50.xml" ContentType="application/vnd.openxmlformats-officedocument.presentationml.notesSlide+xml"/>
  <Override PartName="/ppt/ink/ink9.xml" ContentType="application/inkml+xml"/>
  <Override PartName="/ppt/notesSlides/notesSlide51.xml" ContentType="application/vnd.openxmlformats-officedocument.presentationml.notesSlide+xml"/>
  <Override PartName="/ppt/ink/ink10.xml" ContentType="application/inkml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4"/>
  </p:notesMasterIdLst>
  <p:handoutMasterIdLst>
    <p:handoutMasterId r:id="rId75"/>
  </p:handoutMasterIdLst>
  <p:sldIdLst>
    <p:sldId id="256" r:id="rId3"/>
    <p:sldId id="293" r:id="rId4"/>
    <p:sldId id="277" r:id="rId5"/>
    <p:sldId id="257" r:id="rId6"/>
    <p:sldId id="278" r:id="rId7"/>
    <p:sldId id="272" r:id="rId8"/>
    <p:sldId id="302" r:id="rId9"/>
    <p:sldId id="304" r:id="rId10"/>
    <p:sldId id="336" r:id="rId11"/>
    <p:sldId id="339" r:id="rId12"/>
    <p:sldId id="340" r:id="rId13"/>
    <p:sldId id="341" r:id="rId14"/>
    <p:sldId id="345" r:id="rId15"/>
    <p:sldId id="328" r:id="rId16"/>
    <p:sldId id="342" r:id="rId17"/>
    <p:sldId id="343" r:id="rId18"/>
    <p:sldId id="344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7" r:id="rId27"/>
    <p:sldId id="347" r:id="rId28"/>
    <p:sldId id="338" r:id="rId29"/>
    <p:sldId id="314" r:id="rId30"/>
    <p:sldId id="315" r:id="rId31"/>
    <p:sldId id="312" r:id="rId32"/>
    <p:sldId id="313" r:id="rId33"/>
    <p:sldId id="316" r:id="rId34"/>
    <p:sldId id="346" r:id="rId35"/>
    <p:sldId id="297" r:id="rId36"/>
    <p:sldId id="303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271" r:id="rId48"/>
    <p:sldId id="327" r:id="rId49"/>
    <p:sldId id="275" r:id="rId50"/>
    <p:sldId id="276" r:id="rId51"/>
    <p:sldId id="281" r:id="rId52"/>
    <p:sldId id="284" r:id="rId53"/>
    <p:sldId id="285" r:id="rId54"/>
    <p:sldId id="286" r:id="rId55"/>
    <p:sldId id="287" r:id="rId56"/>
    <p:sldId id="289" r:id="rId57"/>
    <p:sldId id="288" r:id="rId58"/>
    <p:sldId id="290" r:id="rId59"/>
    <p:sldId id="282" r:id="rId60"/>
    <p:sldId id="283" r:id="rId61"/>
    <p:sldId id="292" r:id="rId62"/>
    <p:sldId id="270" r:id="rId63"/>
    <p:sldId id="269" r:id="rId64"/>
    <p:sldId id="259" r:id="rId65"/>
    <p:sldId id="291" r:id="rId66"/>
    <p:sldId id="260" r:id="rId67"/>
    <p:sldId id="261" r:id="rId68"/>
    <p:sldId id="263" r:id="rId69"/>
    <p:sldId id="264" r:id="rId70"/>
    <p:sldId id="265" r:id="rId71"/>
    <p:sldId id="266" r:id="rId72"/>
    <p:sldId id="267" r:id="rId73"/>
  </p:sldIdLst>
  <p:sldSz cx="19202400" cy="10972800"/>
  <p:notesSz cx="6858000" cy="9144000"/>
  <p:defaultTextStyle>
    <a:defPPr>
      <a:defRPr lang="en-US"/>
    </a:defPPr>
    <a:lvl1pPr marL="0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1pPr>
    <a:lvl2pPr marL="724191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2pPr>
    <a:lvl3pPr marL="1448380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3pPr>
    <a:lvl4pPr marL="217256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4pPr>
    <a:lvl5pPr marL="289675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5pPr>
    <a:lvl6pPr marL="362094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6pPr>
    <a:lvl7pPr marL="434513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7pPr>
    <a:lvl8pPr marL="5069329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8pPr>
    <a:lvl9pPr marL="5793518" algn="l" defTabSz="1448380" rtl="0" eaLnBrk="1" latinLnBrk="0" hangingPunct="1">
      <a:defRPr sz="28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7F3"/>
    <a:srgbClr val="FDF2BA"/>
    <a:srgbClr val="AB3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DDEAAE-DE55-45A3-A4F7-3874E0140D37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D23657-D1E8-4B22-974B-8DC90813F51B}">
      <dgm:prSet phldrT="[Text]"/>
      <dgm:spPr/>
      <dgm:t>
        <a:bodyPr/>
        <a:lstStyle/>
        <a:p>
          <a:r>
            <a:rPr lang="en-US"/>
            <a:t>Step 1 </a:t>
          </a:r>
          <a:br>
            <a:rPr lang="en-US"/>
          </a:br>
          <a:r>
            <a:rPr lang="en-US"/>
            <a:t>Title</a:t>
          </a:r>
          <a:endParaRPr lang="en-US" dirty="0"/>
        </a:p>
      </dgm:t>
    </dgm:pt>
    <dgm:pt modelId="{89EF0911-2234-42D0-AEF3-7FADAFD12999}" type="parTrans" cxnId="{99F95D8E-A851-4953-A3C5-9BF7753ED9FA}">
      <dgm:prSet/>
      <dgm:spPr/>
      <dgm:t>
        <a:bodyPr/>
        <a:lstStyle/>
        <a:p>
          <a:endParaRPr lang="en-US"/>
        </a:p>
      </dgm:t>
    </dgm:pt>
    <dgm:pt modelId="{529487B0-19AA-4AAC-8F83-CF2C113EB84D}" type="sibTrans" cxnId="{99F95D8E-A851-4953-A3C5-9BF7753ED9FA}">
      <dgm:prSet/>
      <dgm:spPr/>
      <dgm:t>
        <a:bodyPr/>
        <a:lstStyle/>
        <a:p>
          <a:endParaRPr lang="en-US"/>
        </a:p>
      </dgm:t>
    </dgm:pt>
    <dgm:pt modelId="{EF034794-D109-40B6-8FA2-8971C3123AB6}">
      <dgm:prSet phldrT="[Text]"/>
      <dgm:spPr/>
      <dgm:t>
        <a:bodyPr/>
        <a:lstStyle/>
        <a:p>
          <a:r>
            <a:rPr lang="en-US" dirty="0"/>
            <a:t>Step 2</a:t>
          </a:r>
          <a:br>
            <a:rPr lang="en-US" dirty="0"/>
          </a:br>
          <a:r>
            <a:rPr lang="en-US" dirty="0"/>
            <a:t>Title</a:t>
          </a:r>
        </a:p>
      </dgm:t>
    </dgm:pt>
    <dgm:pt modelId="{64D09C75-3D44-4CEF-9459-5C91DB44A9EA}" type="parTrans" cxnId="{80FF73C0-9BCD-436E-A85B-D6D7D322462C}">
      <dgm:prSet/>
      <dgm:spPr/>
      <dgm:t>
        <a:bodyPr/>
        <a:lstStyle/>
        <a:p>
          <a:endParaRPr lang="en-US"/>
        </a:p>
      </dgm:t>
    </dgm:pt>
    <dgm:pt modelId="{CDDFC891-FC62-4131-A642-2D94388BCCE2}" type="sibTrans" cxnId="{80FF73C0-9BCD-436E-A85B-D6D7D322462C}">
      <dgm:prSet/>
      <dgm:spPr/>
      <dgm:t>
        <a:bodyPr/>
        <a:lstStyle/>
        <a:p>
          <a:endParaRPr lang="en-US"/>
        </a:p>
      </dgm:t>
    </dgm:pt>
    <dgm:pt modelId="{15E11DBD-E9B5-4BCF-A56C-7AAE26CE30DC}">
      <dgm:prSet phldrT="[Text]"/>
      <dgm:spPr/>
      <dgm:t>
        <a:bodyPr/>
        <a:lstStyle/>
        <a:p>
          <a:r>
            <a:rPr lang="en-US" dirty="0"/>
            <a:t>Step 3</a:t>
          </a:r>
          <a:br>
            <a:rPr lang="en-US" dirty="0"/>
          </a:br>
          <a:r>
            <a:rPr lang="en-US" dirty="0"/>
            <a:t>Title</a:t>
          </a:r>
        </a:p>
      </dgm:t>
    </dgm:pt>
    <dgm:pt modelId="{B7B43D5B-12E9-44B1-B818-4B50F6AD3C0A}" type="parTrans" cxnId="{5E0737F0-6DE4-4885-BC59-82E10D617E50}">
      <dgm:prSet/>
      <dgm:spPr/>
      <dgm:t>
        <a:bodyPr/>
        <a:lstStyle/>
        <a:p>
          <a:endParaRPr lang="en-US"/>
        </a:p>
      </dgm:t>
    </dgm:pt>
    <dgm:pt modelId="{329BDEDB-415B-4AB3-B964-E819D0C56DBB}" type="sibTrans" cxnId="{5E0737F0-6DE4-4885-BC59-82E10D617E50}">
      <dgm:prSet/>
      <dgm:spPr/>
      <dgm:t>
        <a:bodyPr/>
        <a:lstStyle/>
        <a:p>
          <a:endParaRPr lang="en-US"/>
        </a:p>
      </dgm:t>
    </dgm:pt>
    <dgm:pt modelId="{778AA374-0E17-4AEA-8EB6-0C342D57D8D8}">
      <dgm:prSet phldrT="[Text]"/>
      <dgm:spPr/>
      <dgm:t>
        <a:bodyPr/>
        <a:lstStyle/>
        <a:p>
          <a:r>
            <a:rPr lang="en-US" dirty="0"/>
            <a:t>Step 4</a:t>
          </a:r>
          <a:br>
            <a:rPr lang="en-US" dirty="0"/>
          </a:br>
          <a:r>
            <a:rPr lang="en-US" dirty="0"/>
            <a:t>Title</a:t>
          </a:r>
        </a:p>
      </dgm:t>
    </dgm:pt>
    <dgm:pt modelId="{5E28F01D-9664-415C-A0CD-EBFDAB29426C}" type="parTrans" cxnId="{6F55886F-2AC8-4F4F-B328-821CB3A2117B}">
      <dgm:prSet/>
      <dgm:spPr/>
      <dgm:t>
        <a:bodyPr/>
        <a:lstStyle/>
        <a:p>
          <a:endParaRPr lang="en-US"/>
        </a:p>
      </dgm:t>
    </dgm:pt>
    <dgm:pt modelId="{1A604594-E883-4DA9-8A2A-16DFACE8640A}" type="sibTrans" cxnId="{6F55886F-2AC8-4F4F-B328-821CB3A2117B}">
      <dgm:prSet/>
      <dgm:spPr/>
      <dgm:t>
        <a:bodyPr/>
        <a:lstStyle/>
        <a:p>
          <a:endParaRPr lang="en-US"/>
        </a:p>
      </dgm:t>
    </dgm:pt>
    <dgm:pt modelId="{05F1A7D0-6E45-49DA-80B3-7FF4B8783E58}">
      <dgm:prSet phldrT="[Text]"/>
      <dgm:spPr/>
      <dgm:t>
        <a:bodyPr/>
        <a:lstStyle/>
        <a:p>
          <a:r>
            <a:rPr lang="en-US" dirty="0"/>
            <a:t>Step 5</a:t>
          </a:r>
          <a:br>
            <a:rPr lang="en-US" dirty="0"/>
          </a:br>
          <a:r>
            <a:rPr lang="en-US" dirty="0"/>
            <a:t>Title</a:t>
          </a:r>
        </a:p>
      </dgm:t>
    </dgm:pt>
    <dgm:pt modelId="{3ECE110E-B07E-4F19-B2DF-3E42E99B2E8D}" type="parTrans" cxnId="{33A927E1-3C94-4A92-8DB3-42886008240C}">
      <dgm:prSet/>
      <dgm:spPr/>
      <dgm:t>
        <a:bodyPr/>
        <a:lstStyle/>
        <a:p>
          <a:endParaRPr lang="en-US"/>
        </a:p>
      </dgm:t>
    </dgm:pt>
    <dgm:pt modelId="{47B1D0F3-117D-4CE7-9037-3F5A4995054A}" type="sibTrans" cxnId="{33A927E1-3C94-4A92-8DB3-42886008240C}">
      <dgm:prSet/>
      <dgm:spPr/>
      <dgm:t>
        <a:bodyPr/>
        <a:lstStyle/>
        <a:p>
          <a:endParaRPr lang="en-US"/>
        </a:p>
      </dgm:t>
    </dgm:pt>
    <dgm:pt modelId="{EB3CB291-E23A-4667-A32E-A640A76557A1}" type="pres">
      <dgm:prSet presAssocID="{41DDEAAE-DE55-45A3-A4F7-3874E0140D37}" presName="rootnode" presStyleCnt="0">
        <dgm:presLayoutVars>
          <dgm:chMax/>
          <dgm:chPref/>
          <dgm:dir/>
          <dgm:animLvl val="lvl"/>
        </dgm:presLayoutVars>
      </dgm:prSet>
      <dgm:spPr/>
    </dgm:pt>
    <dgm:pt modelId="{01035298-0CF7-4145-8EE2-24DBFEAF33BB}" type="pres">
      <dgm:prSet presAssocID="{E4D23657-D1E8-4B22-974B-8DC90813F51B}" presName="composite" presStyleCnt="0"/>
      <dgm:spPr/>
    </dgm:pt>
    <dgm:pt modelId="{21E1F518-1190-4883-914B-1FB66E6D3A63}" type="pres">
      <dgm:prSet presAssocID="{E4D23657-D1E8-4B22-974B-8DC90813F51B}" presName="LShape" presStyleLbl="alignNode1" presStyleIdx="0" presStyleCnt="9"/>
      <dgm:spPr/>
    </dgm:pt>
    <dgm:pt modelId="{80B372F1-8EF3-4532-ACC6-E65E1D63ACA2}" type="pres">
      <dgm:prSet presAssocID="{E4D23657-D1E8-4B22-974B-8DC90813F51B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B746139E-4627-4CCC-9299-5653D77ED24D}" type="pres">
      <dgm:prSet presAssocID="{E4D23657-D1E8-4B22-974B-8DC90813F51B}" presName="Triangle" presStyleLbl="alignNode1" presStyleIdx="1" presStyleCnt="9"/>
      <dgm:spPr/>
    </dgm:pt>
    <dgm:pt modelId="{780BC64D-2F67-498A-99F6-7EB28080D705}" type="pres">
      <dgm:prSet presAssocID="{529487B0-19AA-4AAC-8F83-CF2C113EB84D}" presName="sibTrans" presStyleCnt="0"/>
      <dgm:spPr/>
    </dgm:pt>
    <dgm:pt modelId="{68E230FA-2656-4C78-B827-58AFD214F445}" type="pres">
      <dgm:prSet presAssocID="{529487B0-19AA-4AAC-8F83-CF2C113EB84D}" presName="space" presStyleCnt="0"/>
      <dgm:spPr/>
    </dgm:pt>
    <dgm:pt modelId="{B07824BD-C1CB-4098-8E38-D3E1F721DF31}" type="pres">
      <dgm:prSet presAssocID="{EF034794-D109-40B6-8FA2-8971C3123AB6}" presName="composite" presStyleCnt="0"/>
      <dgm:spPr/>
    </dgm:pt>
    <dgm:pt modelId="{85769F8C-5820-4CB5-B01D-69A648973D8F}" type="pres">
      <dgm:prSet presAssocID="{EF034794-D109-40B6-8FA2-8971C3123AB6}" presName="LShape" presStyleLbl="alignNode1" presStyleIdx="2" presStyleCnt="9"/>
      <dgm:spPr/>
    </dgm:pt>
    <dgm:pt modelId="{18F7A15A-3ED1-4A32-B700-36B8D6BBE441}" type="pres">
      <dgm:prSet presAssocID="{EF034794-D109-40B6-8FA2-8971C3123AB6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F6F2BEFC-1674-4E8D-98FF-DE4432BB887C}" type="pres">
      <dgm:prSet presAssocID="{EF034794-D109-40B6-8FA2-8971C3123AB6}" presName="Triangle" presStyleLbl="alignNode1" presStyleIdx="3" presStyleCnt="9"/>
      <dgm:spPr/>
    </dgm:pt>
    <dgm:pt modelId="{E26373E0-D095-405B-9F4A-CC7FBB5BEBD2}" type="pres">
      <dgm:prSet presAssocID="{CDDFC891-FC62-4131-A642-2D94388BCCE2}" presName="sibTrans" presStyleCnt="0"/>
      <dgm:spPr/>
    </dgm:pt>
    <dgm:pt modelId="{8B10941C-73F0-477C-9F3D-EB0A4525ACBE}" type="pres">
      <dgm:prSet presAssocID="{CDDFC891-FC62-4131-A642-2D94388BCCE2}" presName="space" presStyleCnt="0"/>
      <dgm:spPr/>
    </dgm:pt>
    <dgm:pt modelId="{DF2F85E9-6BAE-40EA-8F18-DAFCA3EFFB69}" type="pres">
      <dgm:prSet presAssocID="{15E11DBD-E9B5-4BCF-A56C-7AAE26CE30DC}" presName="composite" presStyleCnt="0"/>
      <dgm:spPr/>
    </dgm:pt>
    <dgm:pt modelId="{A5E67CF4-39ED-4CC8-A27F-E45EA5D3AC44}" type="pres">
      <dgm:prSet presAssocID="{15E11DBD-E9B5-4BCF-A56C-7AAE26CE30DC}" presName="LShape" presStyleLbl="alignNode1" presStyleIdx="4" presStyleCnt="9"/>
      <dgm:spPr/>
    </dgm:pt>
    <dgm:pt modelId="{F0124EB5-2136-46F3-B2F4-41A5196C24A0}" type="pres">
      <dgm:prSet presAssocID="{15E11DBD-E9B5-4BCF-A56C-7AAE26CE30DC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D5E82CFA-3F05-41CB-A66C-3A904CCE06CE}" type="pres">
      <dgm:prSet presAssocID="{15E11DBD-E9B5-4BCF-A56C-7AAE26CE30DC}" presName="Triangle" presStyleLbl="alignNode1" presStyleIdx="5" presStyleCnt="9"/>
      <dgm:spPr/>
    </dgm:pt>
    <dgm:pt modelId="{F5574CB1-AC1C-4773-A4A7-C4CE14EF6374}" type="pres">
      <dgm:prSet presAssocID="{329BDEDB-415B-4AB3-B964-E819D0C56DBB}" presName="sibTrans" presStyleCnt="0"/>
      <dgm:spPr/>
    </dgm:pt>
    <dgm:pt modelId="{14FCF07D-F999-4928-B62C-1135C3080FD1}" type="pres">
      <dgm:prSet presAssocID="{329BDEDB-415B-4AB3-B964-E819D0C56DBB}" presName="space" presStyleCnt="0"/>
      <dgm:spPr/>
    </dgm:pt>
    <dgm:pt modelId="{2489F161-D1CF-4A3D-8E95-6382395DC25B}" type="pres">
      <dgm:prSet presAssocID="{778AA374-0E17-4AEA-8EB6-0C342D57D8D8}" presName="composite" presStyleCnt="0"/>
      <dgm:spPr/>
    </dgm:pt>
    <dgm:pt modelId="{06EAFCDC-2041-4C37-BE64-7627BAA16382}" type="pres">
      <dgm:prSet presAssocID="{778AA374-0E17-4AEA-8EB6-0C342D57D8D8}" presName="LShape" presStyleLbl="alignNode1" presStyleIdx="6" presStyleCnt="9"/>
      <dgm:spPr/>
    </dgm:pt>
    <dgm:pt modelId="{AFC6068B-131B-444D-AF53-A5A2A6DC9AE7}" type="pres">
      <dgm:prSet presAssocID="{778AA374-0E17-4AEA-8EB6-0C342D57D8D8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F62C0D9F-BF11-4D63-A28B-80FA21343A28}" type="pres">
      <dgm:prSet presAssocID="{778AA374-0E17-4AEA-8EB6-0C342D57D8D8}" presName="Triangle" presStyleLbl="alignNode1" presStyleIdx="7" presStyleCnt="9"/>
      <dgm:spPr/>
    </dgm:pt>
    <dgm:pt modelId="{F5EC4F6A-2B4F-420C-9BEA-A14EFB832731}" type="pres">
      <dgm:prSet presAssocID="{1A604594-E883-4DA9-8A2A-16DFACE8640A}" presName="sibTrans" presStyleCnt="0"/>
      <dgm:spPr/>
    </dgm:pt>
    <dgm:pt modelId="{41DC2B0B-BD37-48C1-BB85-7F75AC60BB5F}" type="pres">
      <dgm:prSet presAssocID="{1A604594-E883-4DA9-8A2A-16DFACE8640A}" presName="space" presStyleCnt="0"/>
      <dgm:spPr/>
    </dgm:pt>
    <dgm:pt modelId="{D2C6C114-9E17-4E64-9FCF-9C4365FE25B7}" type="pres">
      <dgm:prSet presAssocID="{05F1A7D0-6E45-49DA-80B3-7FF4B8783E58}" presName="composite" presStyleCnt="0"/>
      <dgm:spPr/>
    </dgm:pt>
    <dgm:pt modelId="{BA06DEFD-3E20-41CA-8CC7-585BE7A02A00}" type="pres">
      <dgm:prSet presAssocID="{05F1A7D0-6E45-49DA-80B3-7FF4B8783E58}" presName="LShape" presStyleLbl="alignNode1" presStyleIdx="8" presStyleCnt="9"/>
      <dgm:spPr/>
    </dgm:pt>
    <dgm:pt modelId="{D81336A4-814F-45EF-B582-2466B0D2E2A7}" type="pres">
      <dgm:prSet presAssocID="{05F1A7D0-6E45-49DA-80B3-7FF4B8783E58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44D3C17-9BB9-4853-A637-BAE8CE37705E}" type="presOf" srcId="{EF034794-D109-40B6-8FA2-8971C3123AB6}" destId="{18F7A15A-3ED1-4A32-B700-36B8D6BBE441}" srcOrd="0" destOrd="0" presId="urn:microsoft.com/office/officeart/2009/3/layout/StepUpProcess"/>
    <dgm:cxn modelId="{B9285067-C906-4FDE-AAAC-9EE99F7669E3}" type="presOf" srcId="{E4D23657-D1E8-4B22-974B-8DC90813F51B}" destId="{80B372F1-8EF3-4532-ACC6-E65E1D63ACA2}" srcOrd="0" destOrd="0" presId="urn:microsoft.com/office/officeart/2009/3/layout/StepUpProcess"/>
    <dgm:cxn modelId="{6F55886F-2AC8-4F4F-B328-821CB3A2117B}" srcId="{41DDEAAE-DE55-45A3-A4F7-3874E0140D37}" destId="{778AA374-0E17-4AEA-8EB6-0C342D57D8D8}" srcOrd="3" destOrd="0" parTransId="{5E28F01D-9664-415C-A0CD-EBFDAB29426C}" sibTransId="{1A604594-E883-4DA9-8A2A-16DFACE8640A}"/>
    <dgm:cxn modelId="{686E8776-31B9-4547-B165-83B2470E83E1}" type="presOf" srcId="{778AA374-0E17-4AEA-8EB6-0C342D57D8D8}" destId="{AFC6068B-131B-444D-AF53-A5A2A6DC9AE7}" srcOrd="0" destOrd="0" presId="urn:microsoft.com/office/officeart/2009/3/layout/StepUpProcess"/>
    <dgm:cxn modelId="{6178317C-4B4F-4FC5-8AC2-7ABBDA27CE1F}" type="presOf" srcId="{05F1A7D0-6E45-49DA-80B3-7FF4B8783E58}" destId="{D81336A4-814F-45EF-B582-2466B0D2E2A7}" srcOrd="0" destOrd="0" presId="urn:microsoft.com/office/officeart/2009/3/layout/StepUpProcess"/>
    <dgm:cxn modelId="{99F95D8E-A851-4953-A3C5-9BF7753ED9FA}" srcId="{41DDEAAE-DE55-45A3-A4F7-3874E0140D37}" destId="{E4D23657-D1E8-4B22-974B-8DC90813F51B}" srcOrd="0" destOrd="0" parTransId="{89EF0911-2234-42D0-AEF3-7FADAFD12999}" sibTransId="{529487B0-19AA-4AAC-8F83-CF2C113EB84D}"/>
    <dgm:cxn modelId="{A98402AF-AFAB-470F-9C97-EF1C509D8499}" type="presOf" srcId="{15E11DBD-E9B5-4BCF-A56C-7AAE26CE30DC}" destId="{F0124EB5-2136-46F3-B2F4-41A5196C24A0}" srcOrd="0" destOrd="0" presId="urn:microsoft.com/office/officeart/2009/3/layout/StepUpProcess"/>
    <dgm:cxn modelId="{80FF73C0-9BCD-436E-A85B-D6D7D322462C}" srcId="{41DDEAAE-DE55-45A3-A4F7-3874E0140D37}" destId="{EF034794-D109-40B6-8FA2-8971C3123AB6}" srcOrd="1" destOrd="0" parTransId="{64D09C75-3D44-4CEF-9459-5C91DB44A9EA}" sibTransId="{CDDFC891-FC62-4131-A642-2D94388BCCE2}"/>
    <dgm:cxn modelId="{33A927E1-3C94-4A92-8DB3-42886008240C}" srcId="{41DDEAAE-DE55-45A3-A4F7-3874E0140D37}" destId="{05F1A7D0-6E45-49DA-80B3-7FF4B8783E58}" srcOrd="4" destOrd="0" parTransId="{3ECE110E-B07E-4F19-B2DF-3E42E99B2E8D}" sibTransId="{47B1D0F3-117D-4CE7-9037-3F5A4995054A}"/>
    <dgm:cxn modelId="{5E0737F0-6DE4-4885-BC59-82E10D617E50}" srcId="{41DDEAAE-DE55-45A3-A4F7-3874E0140D37}" destId="{15E11DBD-E9B5-4BCF-A56C-7AAE26CE30DC}" srcOrd="2" destOrd="0" parTransId="{B7B43D5B-12E9-44B1-B818-4B50F6AD3C0A}" sibTransId="{329BDEDB-415B-4AB3-B964-E819D0C56DBB}"/>
    <dgm:cxn modelId="{2607AFFA-E9F8-4160-9AE4-19F4DB2B71C9}" type="presOf" srcId="{41DDEAAE-DE55-45A3-A4F7-3874E0140D37}" destId="{EB3CB291-E23A-4667-A32E-A640A76557A1}" srcOrd="0" destOrd="0" presId="urn:microsoft.com/office/officeart/2009/3/layout/StepUpProcess"/>
    <dgm:cxn modelId="{D3BFF791-8D8E-4FBF-9F59-1FB887121875}" type="presParOf" srcId="{EB3CB291-E23A-4667-A32E-A640A76557A1}" destId="{01035298-0CF7-4145-8EE2-24DBFEAF33BB}" srcOrd="0" destOrd="0" presId="urn:microsoft.com/office/officeart/2009/3/layout/StepUpProcess"/>
    <dgm:cxn modelId="{AFA2BCAD-2F0B-4C3E-86A6-55A260AD16B0}" type="presParOf" srcId="{01035298-0CF7-4145-8EE2-24DBFEAF33BB}" destId="{21E1F518-1190-4883-914B-1FB66E6D3A63}" srcOrd="0" destOrd="0" presId="urn:microsoft.com/office/officeart/2009/3/layout/StepUpProcess"/>
    <dgm:cxn modelId="{AF2B8620-9DC0-4A87-9014-D45C2D1F8B38}" type="presParOf" srcId="{01035298-0CF7-4145-8EE2-24DBFEAF33BB}" destId="{80B372F1-8EF3-4532-ACC6-E65E1D63ACA2}" srcOrd="1" destOrd="0" presId="urn:microsoft.com/office/officeart/2009/3/layout/StepUpProcess"/>
    <dgm:cxn modelId="{4AA5420E-C2A1-4D24-A1DA-DA9E7976427D}" type="presParOf" srcId="{01035298-0CF7-4145-8EE2-24DBFEAF33BB}" destId="{B746139E-4627-4CCC-9299-5653D77ED24D}" srcOrd="2" destOrd="0" presId="urn:microsoft.com/office/officeart/2009/3/layout/StepUpProcess"/>
    <dgm:cxn modelId="{C3204B2A-D9EE-439E-BA61-A2C860BFF519}" type="presParOf" srcId="{EB3CB291-E23A-4667-A32E-A640A76557A1}" destId="{780BC64D-2F67-498A-99F6-7EB28080D705}" srcOrd="1" destOrd="0" presId="urn:microsoft.com/office/officeart/2009/3/layout/StepUpProcess"/>
    <dgm:cxn modelId="{49AEC91A-7C1D-4222-94BA-4D738F2D6C79}" type="presParOf" srcId="{780BC64D-2F67-498A-99F6-7EB28080D705}" destId="{68E230FA-2656-4C78-B827-58AFD214F445}" srcOrd="0" destOrd="0" presId="urn:microsoft.com/office/officeart/2009/3/layout/StepUpProcess"/>
    <dgm:cxn modelId="{B3ADA2AF-BE62-4C22-84A1-F4C5043918A4}" type="presParOf" srcId="{EB3CB291-E23A-4667-A32E-A640A76557A1}" destId="{B07824BD-C1CB-4098-8E38-D3E1F721DF31}" srcOrd="2" destOrd="0" presId="urn:microsoft.com/office/officeart/2009/3/layout/StepUpProcess"/>
    <dgm:cxn modelId="{D55AC698-F4A8-404D-94F4-78DB0A0637AF}" type="presParOf" srcId="{B07824BD-C1CB-4098-8E38-D3E1F721DF31}" destId="{85769F8C-5820-4CB5-B01D-69A648973D8F}" srcOrd="0" destOrd="0" presId="urn:microsoft.com/office/officeart/2009/3/layout/StepUpProcess"/>
    <dgm:cxn modelId="{6DF3D3A6-F203-4587-9E47-85B7CF8CB3D6}" type="presParOf" srcId="{B07824BD-C1CB-4098-8E38-D3E1F721DF31}" destId="{18F7A15A-3ED1-4A32-B700-36B8D6BBE441}" srcOrd="1" destOrd="0" presId="urn:microsoft.com/office/officeart/2009/3/layout/StepUpProcess"/>
    <dgm:cxn modelId="{B0900791-DD10-486B-8501-E09AD6094101}" type="presParOf" srcId="{B07824BD-C1CB-4098-8E38-D3E1F721DF31}" destId="{F6F2BEFC-1674-4E8D-98FF-DE4432BB887C}" srcOrd="2" destOrd="0" presId="urn:microsoft.com/office/officeart/2009/3/layout/StepUpProcess"/>
    <dgm:cxn modelId="{3EE6A66E-230B-46C6-B833-F1FB7D9677BB}" type="presParOf" srcId="{EB3CB291-E23A-4667-A32E-A640A76557A1}" destId="{E26373E0-D095-405B-9F4A-CC7FBB5BEBD2}" srcOrd="3" destOrd="0" presId="urn:microsoft.com/office/officeart/2009/3/layout/StepUpProcess"/>
    <dgm:cxn modelId="{3C46AB4C-8FD6-4F18-89B0-206793A671D9}" type="presParOf" srcId="{E26373E0-D095-405B-9F4A-CC7FBB5BEBD2}" destId="{8B10941C-73F0-477C-9F3D-EB0A4525ACBE}" srcOrd="0" destOrd="0" presId="urn:microsoft.com/office/officeart/2009/3/layout/StepUpProcess"/>
    <dgm:cxn modelId="{BD02CC66-E7B8-4247-B83C-1E49E3A3190F}" type="presParOf" srcId="{EB3CB291-E23A-4667-A32E-A640A76557A1}" destId="{DF2F85E9-6BAE-40EA-8F18-DAFCA3EFFB69}" srcOrd="4" destOrd="0" presId="urn:microsoft.com/office/officeart/2009/3/layout/StepUpProcess"/>
    <dgm:cxn modelId="{73FD8DEB-3FA4-428D-8D3F-4FFB6F588D0C}" type="presParOf" srcId="{DF2F85E9-6BAE-40EA-8F18-DAFCA3EFFB69}" destId="{A5E67CF4-39ED-4CC8-A27F-E45EA5D3AC44}" srcOrd="0" destOrd="0" presId="urn:microsoft.com/office/officeart/2009/3/layout/StepUpProcess"/>
    <dgm:cxn modelId="{1D96201E-2684-4A2C-ABB0-E762F06034DB}" type="presParOf" srcId="{DF2F85E9-6BAE-40EA-8F18-DAFCA3EFFB69}" destId="{F0124EB5-2136-46F3-B2F4-41A5196C24A0}" srcOrd="1" destOrd="0" presId="urn:microsoft.com/office/officeart/2009/3/layout/StepUpProcess"/>
    <dgm:cxn modelId="{24606857-F5A8-4647-9106-43600BEA9834}" type="presParOf" srcId="{DF2F85E9-6BAE-40EA-8F18-DAFCA3EFFB69}" destId="{D5E82CFA-3F05-41CB-A66C-3A904CCE06CE}" srcOrd="2" destOrd="0" presId="urn:microsoft.com/office/officeart/2009/3/layout/StepUpProcess"/>
    <dgm:cxn modelId="{07D8BB63-7C45-4577-8989-CC9573B5B902}" type="presParOf" srcId="{EB3CB291-E23A-4667-A32E-A640A76557A1}" destId="{F5574CB1-AC1C-4773-A4A7-C4CE14EF6374}" srcOrd="5" destOrd="0" presId="urn:microsoft.com/office/officeart/2009/3/layout/StepUpProcess"/>
    <dgm:cxn modelId="{C4CA2C05-C5A2-47D3-932D-7D1B0EE24BEE}" type="presParOf" srcId="{F5574CB1-AC1C-4773-A4A7-C4CE14EF6374}" destId="{14FCF07D-F999-4928-B62C-1135C3080FD1}" srcOrd="0" destOrd="0" presId="urn:microsoft.com/office/officeart/2009/3/layout/StepUpProcess"/>
    <dgm:cxn modelId="{7F15FDE7-0796-409E-8E14-33BDA45130DC}" type="presParOf" srcId="{EB3CB291-E23A-4667-A32E-A640A76557A1}" destId="{2489F161-D1CF-4A3D-8E95-6382395DC25B}" srcOrd="6" destOrd="0" presId="urn:microsoft.com/office/officeart/2009/3/layout/StepUpProcess"/>
    <dgm:cxn modelId="{A311EB17-7B3B-4E73-8877-7EDCECD2CCA9}" type="presParOf" srcId="{2489F161-D1CF-4A3D-8E95-6382395DC25B}" destId="{06EAFCDC-2041-4C37-BE64-7627BAA16382}" srcOrd="0" destOrd="0" presId="urn:microsoft.com/office/officeart/2009/3/layout/StepUpProcess"/>
    <dgm:cxn modelId="{F054D3EE-12ED-41DF-BC28-75AFF24A2011}" type="presParOf" srcId="{2489F161-D1CF-4A3D-8E95-6382395DC25B}" destId="{AFC6068B-131B-444D-AF53-A5A2A6DC9AE7}" srcOrd="1" destOrd="0" presId="urn:microsoft.com/office/officeart/2009/3/layout/StepUpProcess"/>
    <dgm:cxn modelId="{B3F265FC-C9A3-4AB3-9CED-F7D5EE371186}" type="presParOf" srcId="{2489F161-D1CF-4A3D-8E95-6382395DC25B}" destId="{F62C0D9F-BF11-4D63-A28B-80FA21343A28}" srcOrd="2" destOrd="0" presId="urn:microsoft.com/office/officeart/2009/3/layout/StepUpProcess"/>
    <dgm:cxn modelId="{41FBC4D4-7CE4-4553-BFA6-B9C39AFCA8EF}" type="presParOf" srcId="{EB3CB291-E23A-4667-A32E-A640A76557A1}" destId="{F5EC4F6A-2B4F-420C-9BEA-A14EFB832731}" srcOrd="7" destOrd="0" presId="urn:microsoft.com/office/officeart/2009/3/layout/StepUpProcess"/>
    <dgm:cxn modelId="{604F1BFC-D1C1-4B05-9E80-FEB729EF06F6}" type="presParOf" srcId="{F5EC4F6A-2B4F-420C-9BEA-A14EFB832731}" destId="{41DC2B0B-BD37-48C1-BB85-7F75AC60BB5F}" srcOrd="0" destOrd="0" presId="urn:microsoft.com/office/officeart/2009/3/layout/StepUpProcess"/>
    <dgm:cxn modelId="{C8CE4F5C-2D1E-4F23-B70E-3CA4AB9E86D1}" type="presParOf" srcId="{EB3CB291-E23A-4667-A32E-A640A76557A1}" destId="{D2C6C114-9E17-4E64-9FCF-9C4365FE25B7}" srcOrd="8" destOrd="0" presId="urn:microsoft.com/office/officeart/2009/3/layout/StepUpProcess"/>
    <dgm:cxn modelId="{28DAD026-A7ED-4EA6-BA50-86753202B1A1}" type="presParOf" srcId="{D2C6C114-9E17-4E64-9FCF-9C4365FE25B7}" destId="{BA06DEFD-3E20-41CA-8CC7-585BE7A02A00}" srcOrd="0" destOrd="0" presId="urn:microsoft.com/office/officeart/2009/3/layout/StepUpProcess"/>
    <dgm:cxn modelId="{1A762ABB-221E-44D3-9B21-B2EC055FC66D}" type="presParOf" srcId="{D2C6C114-9E17-4E64-9FCF-9C4365FE25B7}" destId="{D81336A4-814F-45EF-B582-2466B0D2E2A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1F518-1190-4883-914B-1FB66E6D3A63}">
      <dsp:nvSpPr>
        <dsp:cNvPr id="0" name=""/>
        <dsp:cNvSpPr/>
      </dsp:nvSpPr>
      <dsp:spPr>
        <a:xfrm rot="5400000">
          <a:off x="345295" y="1888281"/>
          <a:ext cx="1038577" cy="1728170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372F1-8EF3-4532-ACC6-E65E1D63ACA2}">
      <dsp:nvSpPr>
        <dsp:cNvPr id="0" name=""/>
        <dsp:cNvSpPr/>
      </dsp:nvSpPr>
      <dsp:spPr>
        <a:xfrm>
          <a:off x="171931" y="2404631"/>
          <a:ext cx="1560201" cy="136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Step 1 </a:t>
          </a:r>
          <a:br>
            <a:rPr lang="en-US" sz="3400" kern="1200"/>
          </a:br>
          <a:r>
            <a:rPr lang="en-US" sz="3400" kern="1200"/>
            <a:t>Title</a:t>
          </a:r>
          <a:endParaRPr lang="en-US" sz="3400" kern="1200" dirty="0"/>
        </a:p>
      </dsp:txBody>
      <dsp:txXfrm>
        <a:off x="171931" y="2404631"/>
        <a:ext cx="1560201" cy="1367608"/>
      </dsp:txXfrm>
    </dsp:sp>
    <dsp:sp modelId="{B746139E-4627-4CCC-9299-5653D77ED24D}">
      <dsp:nvSpPr>
        <dsp:cNvPr id="0" name=""/>
        <dsp:cNvSpPr/>
      </dsp:nvSpPr>
      <dsp:spPr>
        <a:xfrm>
          <a:off x="1437755" y="1761051"/>
          <a:ext cx="294377" cy="294377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69F8C-5820-4CB5-B01D-69A648973D8F}">
      <dsp:nvSpPr>
        <dsp:cNvPr id="0" name=""/>
        <dsp:cNvSpPr/>
      </dsp:nvSpPr>
      <dsp:spPr>
        <a:xfrm rot="5400000">
          <a:off x="2255287" y="1415651"/>
          <a:ext cx="1038577" cy="1728170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7A15A-3ED1-4A32-B700-36B8D6BBE441}">
      <dsp:nvSpPr>
        <dsp:cNvPr id="0" name=""/>
        <dsp:cNvSpPr/>
      </dsp:nvSpPr>
      <dsp:spPr>
        <a:xfrm>
          <a:off x="2081923" y="1932002"/>
          <a:ext cx="1560201" cy="136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Step 2</a:t>
          </a:r>
          <a:br>
            <a:rPr lang="en-US" sz="3400" kern="1200" dirty="0"/>
          </a:br>
          <a:r>
            <a:rPr lang="en-US" sz="3400" kern="1200" dirty="0"/>
            <a:t>Title</a:t>
          </a:r>
        </a:p>
      </dsp:txBody>
      <dsp:txXfrm>
        <a:off x="2081923" y="1932002"/>
        <a:ext cx="1560201" cy="1367608"/>
      </dsp:txXfrm>
    </dsp:sp>
    <dsp:sp modelId="{F6F2BEFC-1674-4E8D-98FF-DE4432BB887C}">
      <dsp:nvSpPr>
        <dsp:cNvPr id="0" name=""/>
        <dsp:cNvSpPr/>
      </dsp:nvSpPr>
      <dsp:spPr>
        <a:xfrm>
          <a:off x="3347747" y="1288421"/>
          <a:ext cx="294377" cy="294377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67CF4-39ED-4CC8-A27F-E45EA5D3AC44}">
      <dsp:nvSpPr>
        <dsp:cNvPr id="0" name=""/>
        <dsp:cNvSpPr/>
      </dsp:nvSpPr>
      <dsp:spPr>
        <a:xfrm rot="5400000">
          <a:off x="4165279" y="943022"/>
          <a:ext cx="1038577" cy="1728170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24EB5-2136-46F3-B2F4-41A5196C24A0}">
      <dsp:nvSpPr>
        <dsp:cNvPr id="0" name=""/>
        <dsp:cNvSpPr/>
      </dsp:nvSpPr>
      <dsp:spPr>
        <a:xfrm>
          <a:off x="3991914" y="1459372"/>
          <a:ext cx="1560201" cy="136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Step 3</a:t>
          </a:r>
          <a:br>
            <a:rPr lang="en-US" sz="3400" kern="1200" dirty="0"/>
          </a:br>
          <a:r>
            <a:rPr lang="en-US" sz="3400" kern="1200" dirty="0"/>
            <a:t>Title</a:t>
          </a:r>
        </a:p>
      </dsp:txBody>
      <dsp:txXfrm>
        <a:off x="3991914" y="1459372"/>
        <a:ext cx="1560201" cy="1367608"/>
      </dsp:txXfrm>
    </dsp:sp>
    <dsp:sp modelId="{D5E82CFA-3F05-41CB-A66C-3A904CCE06CE}">
      <dsp:nvSpPr>
        <dsp:cNvPr id="0" name=""/>
        <dsp:cNvSpPr/>
      </dsp:nvSpPr>
      <dsp:spPr>
        <a:xfrm>
          <a:off x="5257739" y="815792"/>
          <a:ext cx="294377" cy="294377"/>
        </a:xfrm>
        <a:prstGeom prst="triangle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AFCDC-2041-4C37-BE64-7627BAA16382}">
      <dsp:nvSpPr>
        <dsp:cNvPr id="0" name=""/>
        <dsp:cNvSpPr/>
      </dsp:nvSpPr>
      <dsp:spPr>
        <a:xfrm rot="5400000">
          <a:off x="6075271" y="470392"/>
          <a:ext cx="1038577" cy="1728170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6068B-131B-444D-AF53-A5A2A6DC9AE7}">
      <dsp:nvSpPr>
        <dsp:cNvPr id="0" name=""/>
        <dsp:cNvSpPr/>
      </dsp:nvSpPr>
      <dsp:spPr>
        <a:xfrm>
          <a:off x="5901906" y="986743"/>
          <a:ext cx="1560201" cy="136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Step 4</a:t>
          </a:r>
          <a:br>
            <a:rPr lang="en-US" sz="3400" kern="1200" dirty="0"/>
          </a:br>
          <a:r>
            <a:rPr lang="en-US" sz="3400" kern="1200" dirty="0"/>
            <a:t>Title</a:t>
          </a:r>
        </a:p>
      </dsp:txBody>
      <dsp:txXfrm>
        <a:off x="5901906" y="986743"/>
        <a:ext cx="1560201" cy="1367608"/>
      </dsp:txXfrm>
    </dsp:sp>
    <dsp:sp modelId="{F62C0D9F-BF11-4D63-A28B-80FA21343A28}">
      <dsp:nvSpPr>
        <dsp:cNvPr id="0" name=""/>
        <dsp:cNvSpPr/>
      </dsp:nvSpPr>
      <dsp:spPr>
        <a:xfrm>
          <a:off x="7167730" y="343163"/>
          <a:ext cx="294377" cy="294377"/>
        </a:xfrm>
        <a:prstGeom prst="triangle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6DEFD-3E20-41CA-8CC7-585BE7A02A00}">
      <dsp:nvSpPr>
        <dsp:cNvPr id="0" name=""/>
        <dsp:cNvSpPr/>
      </dsp:nvSpPr>
      <dsp:spPr>
        <a:xfrm rot="5400000">
          <a:off x="7985263" y="-2236"/>
          <a:ext cx="1038577" cy="1728170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336A4-814F-45EF-B582-2466B0D2E2A7}">
      <dsp:nvSpPr>
        <dsp:cNvPr id="0" name=""/>
        <dsp:cNvSpPr/>
      </dsp:nvSpPr>
      <dsp:spPr>
        <a:xfrm>
          <a:off x="7811898" y="514114"/>
          <a:ext cx="1560201" cy="136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Step 5</a:t>
          </a:r>
          <a:br>
            <a:rPr lang="en-US" sz="3400" kern="1200" dirty="0"/>
          </a:br>
          <a:r>
            <a:rPr lang="en-US" sz="3400" kern="1200" dirty="0"/>
            <a:t>Title</a:t>
          </a:r>
        </a:p>
      </dsp:txBody>
      <dsp:txXfrm>
        <a:off x="7811898" y="514114"/>
        <a:ext cx="1560201" cy="1367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33BB8-6C7A-4BE0-9B55-9EAC48D52EC6}" type="datetimeFigureOut">
              <a:rPr lang="en-US"/>
              <a:t>9/29/2020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7AA83-DE31-4E93-AB07-EF7FB05F667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290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9-30T17:04:51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11175 8128 0,'0'28'172,"85"29"-141,-57-29-15,29 28-1,-29-27 17,-28-1-17,56-28 16,-27 28-15,27 0 31,-28 0-31,0-28-1,29 29 32,28-1-16,-57-28-31,169 56 32,-168-27-32,83 27 31,1-28 0,-84 0-31,55 1 47,1-1-31,84 0 30,-84 0-14,-57-28-32,141 29 31,-84-29 0,0 28 0,-57-28-31,28 0 16,-27 0 0,-29 28-16,56-28 15,-28 0-15,1 0 16,83 0 15,-83 0 0,-1 0-31,28 0 32,1 28-1,-29-28-31,113 0 62,57 0-30,-170 0-32,28 28 15,-27-28 1,-1 0-16,85 0 16,-85 0-1,169 0 32,-140 0-47,-29 0 0,29 0 16,-1 29-16,-28-29 0,0 0 0,29 0 15,-29 0-15,29 0 16,-1 0-16,-28 0 0,0 0 0,396 0 47,-396 0-47,0 0 0,254 0 31,1 0 0,-255 0-31,0 0 0,0 0 0,113 0 16,-112 0-16,-1 0 16,57 0-16,-57 0 0,0 0 0,254 0 15,-254 0-15,-310 0 31,1044 0 1,-310 0 15,-424 0-47,339 0 31,-339 0-31,0 0 0,480 0 47,0 0-16,-451 0-31,-29 0 16,85 0-16,-28 0 0,-29 0 15,-28 0-15,29 0 0,27 0 16,-55 0-16,140 0 15,-113 0-15,-27 0 0,-1 0 0,169-29 32,-56 29-1,-112 0-31,84 0 31,-57 0-15,85-28-16,-28 28 15,-85 0-15,0 0 0,1 0 16,-1-28-16,28 28 0,57 0 16,-56 0-16,-57-28 0,28 28 0,28 0 15,-27 0-15,-1 0 0,0 0 0,0 0 0,0-28 16,1 28-16,-1 0 0,0 0 0,0 0 0,1 0 16,27 0-16,0-29 0,-27 29 0,-1 0 15,28 0-15,29 0 0,-57 0 0,0 0 16,29 0-16,28 0 0,-57 0 15,0 0-15,0 0 0,0 0 16,1-28-16,-1 28 0,0 0 16,0-28-16,85 0 0,85 28 31,-85 0 0,169-57 0,-226 29 1,142-57-1,-1 29 0,-168 56-31,-29-28 0,56 28 0,-28 0 0,29-29 16,-29 29-16,0-28 0,0 28 0,1 0 15,-1 0-15,0 0 0,0 0 0,29-28 0,-29 28 16,0-28-16,0 0 16,29 28-16,-1 0 0,-27-29 0,-1 29 15,0-28-15,0 28 0,0 0 16,1 0-16,55-56 31,29 27 0,-56 29 1,27-28-1,-27 0 0,-29 28 0,0-28-31,0 28 32,85 56 296,198 85-297,-142-56-15,-112-85-16,-29 28 0,0-28 0,282 113 47,-84-28-16,-198-57-31,1-28 0,-1 28 0,28-28 15,227 113 17,-58 0-1,-55-85 0,-114 0 0,-28-28-31,1 0 0,27 0 16,85 29-16,-113-29 0,29 28 0,-1-28 0,-28 0 0,114 28 16,-114-28-16,56 0 0,-55 0 0,55 28 0,-27-28 0,56 29 15,-85-29-15,113 28 0,-113-28 0,57 28 0,0-28 16,84 28-16,-56 0 0,56 1 16,-112-29-16,-1 0 0,29 0 0,-29 28 0,-28-28 15,57 0-15,84 0 0,-140 0 0,83 0 0,-55 0 16,56 0-16,-57 0 0,-28 0 15,1 0-15,27 0 0,57 0 0,-85 0 0,85 0 0,-28 28 16,-57-28-16,28 0 0,86 0 47,535 0-16,-423 0 0,141-28-15,-310-29 15,-57 57-15,85-28 46,-29-56-46,-55 84 0,-1 0-16,282-113 31,29 28 0,-311 85-31,-28-28 16,57 28-16,-29 0 0,0 0 0,0-28 0,85-1 15,-85 29-15,142-84 0,-86 55 16,227-83 15,28-30 1,-283 142-32,-28-28 0,0 28 0,1 0 0,-1-28 0,0 28 15,29-28-15,-29 28 0,0-28 0,57 28 16,-57-29-16,0 29 0,0 0 15,29-28 1,27 0 15,-55 0-15,-1-1-16,0 29 0,0 0 0,29 0 16,27-84 30,-27 56-30,-1-1 31</inkml:trace>
  <inkml:trace contextRef="#ctx0" brushRef="#br0" timeOffset="64202.093">14844 5249 0,'0'57'62,"0"169"-31,0-198-31,0 0 0,0 0 16,0 0-16,0 1 0,0-1 16,0 28-16,0 1 0,28-57 15,1 84 17,-29-27-1,28-85 63,28-57-63,-27-56-16,-29 113-15,0-1 16,28 1-16,-28 0 0,28 0 47,28 56-16,-27-28-31,-1 0 0,-28 28 0,28-28 16,0 28-16,1 1 31</inkml:trace>
  <inkml:trace contextRef="#ctx0" brushRef="#br0" timeOffset="64837.829">15747 5193 0,'0'113'47,"0"84"-16,0-140-15,29 169 31,83-85-16,-55-141 0,-29 0 1,57-85-1,-1-141-16,-55 198 1,-29 0-16,28-57 0,-28-28 47,0 85-31</inkml:trace>
  <inkml:trace contextRef="#ctx0" brushRef="#br0" timeOffset="65583.614">16368 5278 0,'57'84'16,"-57"-56"-16,0 1 15,28-1-15,-28 0 0,0 0 0,28 1 0,-28-1 16,28 56-16,-28-55 0,0 27 31,29-141 110,55-169-110,-56 226-31,1-28 0,-29 28 0,28 28 78,57-29-47,-85 142 16,0-85-15,0 1-1,28 27 0,-28-28 0</inkml:trace>
  <inkml:trace contextRef="#ctx0" brushRef="#br0" timeOffset="75030.011">11034 12164 0,'0'28'172,"57"0"-126,-29 0-46,28 29 63,29 28-16,-29-57-47,-27 28 0,112 29 62,-113-85-62,0 28 0,0-28 0,1 28 16,-1-28 0,0 0-16,29 29 15,-29-29-15,0 28 0,0 0 16,0-28-16,226 85 31,-112-29 0,27-28 1,-141-28-1,283 57 31,-227-29-30,-56 0-32,114-28 31,-142 57 0,790 27 0,-762-84-31,0 0 0,0 0 0,1 0 0,-1 0 0,0 0 0,0 0 16,1 29-16,-1-29 0,0 0 16,28 0-16,-27 0 0,-1 0 0,0 0 0,141 28 15,-112-28 1,-29 0-16,57 0 0,-29 0 0,-28 0 0,1 0 15,-1 28-15,0-28 0,57 0 0,-57 0 0,0 0 0,0 0 16,1 0-16,27 0 0,1 0 0,-29 0 0,28 0 16,-28 0-16,29 0 0,-29 0 15,0 28-15,1-28 0,27 0 47,198 28 0,-198-28-47,-27 0 0,-1 0 16,85 29-16,-85-29 0,28 0 0,-27 0 0,55 0 15,-27 0-15,-1 0 0,-28 0 0,1 0 0,27 0 16,1 0-16,-1 0 0,0 0 0,-27 0 16,-1 0-16,141 0 0,-141 0 0,29 0 0,-29 0 0,57 0 15,-29 0-15,29 0 0,-57 0 0,57 0 0,-57 0 16,85 28-16,-57-28 0,1 0 0,-1 0 15,-28 0-15,57 0 0,-57 0 0,29 0 0,56 0 16,-57 0-16,1 0 0,27 0 0,-56 0 16,29 0-16,-29 0 0,0 0 0,85 0 0,-56 0 15,-29 0-15,28 0 0,-27 0 0,55 0 0,-56 0 0,114 0 16,-86 0-16,29 0 0,-29 0 0,57 0 16,-28 0-16,-29 0 15,-28 0 1,29 0-16,-29 0 0,0 0 0,29 0 0,-29 0 15,198-57 17,-142 57-1,-27 0-31,-29 0 0,28 0 0,-27 0 0,-1 0 0,0 0 16,57 0-16,-57 0 0,170-56 31,-29 0 0,-141 56-31,0-29 16,142-55 15,-29-1 0,-423 29-15,705 27-1,-395 29-15,-28-28 0,28 28 0,142-56 32,-29-29-1,-113 57-31,-28 0 16,28 28-16,0 0 0,1-29 31,-1 1 16,0 0-16,85-57 16,-85 57-32,0 28 142,-28-28-110,29 28-32,-29-28 16,56-1 48,-28-27 30,1 56-62,-1 28 93,56 113-124,-27-84 0,112 84 15,142 56 0,-283-168-15,0-1-16,198 56 31,-198-55-31,311 112 31,28-28 1,-339-85-32,57-28 15,-1 28-15,-27 0 0,-29-28 0,57 29 16,-57-29-16,85 28 0,-85-28 0,85 28 15,-85 0-15,28-28 0,-27 0 0,27 0 16,-28 28-16,1-28 0,55 29 16,-27-1-16,-29-28 0,28 28 0,1-28 0,-1 0 15,-28 28-15,1-28 0,27 29 0,1-29 0,84 28 16,-85 0-16,1-28 0,27 0 0,-27 0 16,-29 0-16,0 0 0,0 0 0,29 0 15,-1 28 48,29 0-48,28 1 1,-85-29 0,57 0-16,-29 0 0,29 0 0,-1 0 15,1 28-15,0-28 0,-57 0 0,28 0 16,86 0-16,-86 0 15,-28 0-15,29 0 0,-1 0 0,-28 0 16,1 0-16,140 0 0,-113 0 0,1 0 16,-1 0-16,-28 0 0,29-28 0,-29 28 0,0 0 15,1 0-15,-1 0 0,169-29 0,-56 29 16,-112 0-16,55 0 0,1 0 16,-57-28-16,0 28 0,1 0 0,-1 0 0,57-28 15,-1 28-15,-27 0 0,27 0 16,-55 0-16,-1 0 0,0-28 0,28 28 0,-27 0 15,-1 0-15,0-28 0,0 28 0,29 0 0,27 0 0,-84-29 16,29 29-16,-1 0 0,0 0 0,29 0 16,-29-28-16,28 28 0,29 0 0,-57 0 15,29 0-15,-29 0 0,0 0 0,0-28 0,29 28 0,-29 0 0,28 0 16,1 0-16,27 0 0,29-28 0,-28 28 16,28 0-16,-85 0 0,57-29 0,-57 29 0,0 0 15,85-28-15,28 0 0,-56 28 0,-29-28 0,-27 28 16,55 0-16,57-28 0,-112-1 0,55 29 0,-56 0 0,114 0 15,-86 0-15,0 0 0,1-28 0,28 0 16,-57 28-16,0 0 0,0 0 0,57-28 16,-57 28-16,0-29 0,1 29 0,27-28 0,29 28 15,-57 0-15,-28-28 0,56 0 0,-27 28 0,-1-28 16,0 28-16,57-29 0,-57 1 0,0 28 16,0 0-16,113-28 0,-112 0 15,27-1-15,-28 29 0,1-28 0,-1 28 0,0 0 16,-28-28-16,28 28 0,29-28 15,-29 0-15,0 28 0,0 0 0,-28-29 0,29 29 0,-1-28 16,226-85 15,28-28 1,-254 141-32,0 0 15,1-28-15,-1 0 0,0-1 16,0 1-16,226-141 31,-141 169 0,-113-28-31,28 28 16,1-29 15,-1 1-15,0 0 15</inkml:trace>
  <inkml:trace contextRef="#ctx0" brushRef="#br0" timeOffset="88978.623">18344 12305 0,'113'28'63,"0"0"-32,-85-28-31,0 0 0,0 29 16,0-29-16,1 0 0,27 0 15,-28 28-15,1-28 0,-1 0 0,0 0 0,113 56 31,-84-56-15,-29 0-16,198 85 47,-1-57-31,-168 0-1,-29-28 1,85 0 15,56 29 0,-141-29-31,1 0 0,140 28 32,-28-28-1,-113 0-31,57 0 15,-57 0-15,57 0 16,-57 0-16,0 0 0,85-28 16,-85-1 62,1 29-47,-1-28 32,0 28-63,29-28 31,-1 0 0,0-1 0,-27 29-15,-1-56 15,28 28 0,-27 0 16,-1 28-15,-367 0 14,734-29-14,-367 29-1,1 0 16,-29 29 500,0-1-500</inkml:trace>
  <inkml:trace contextRef="#ctx0" brushRef="#br0" timeOffset="106780.052">29943 12305 0,'28'28'109,"255"57"-78,-255-57-31,0-28 0,0 0 16,0 0-16,1 28 16,253 29 15,-197-57 0,-396 0 0,876 28 1,-537-28-32,56 0 31,29 0 0,113 0 0,0 0 1,-141 0-1,84 0 0,-141 0-31,0 0 0,57-28 31,113-29 1,-86 29-1,1-28 0,-84 27 0,-1 1 1,0 28 46,-28-28-47</inkml:trace>
  <inkml:trace contextRef="#ctx0" brushRef="#br0" timeOffset="139376.15">11034 16679 0,'28'0'157,"29"29"-126,-29-1-16,0-28-15,-28 28 0,57-28 32,-29 28-1,0-28-31,57 57 31,-57-29 0,57 28 1,-57-56-17,85 57 17,-85-29 14,29-28-30,112 56 31,-141-56-31,0 57-1,1-57 1,-396 0 15,875 28 0,-480-28-31,57 28 32,-85 1-1,84-29 0,-56 0 0,1 28-31,-1 0 0,0-28 32,85 28-1,-85-28-31,29 28 31,56 1 0,-1-29 1,-55 0-1,-57 28-31,28-28 0,0 0 0,29 28 47,-29-28-47,-28 28 0,28-28 0,85 0 31,-28 29 0,-85-1-31,28-28 0,0 0 16,113 28-1,-112 0 1,27-28-16,-56 28 0,28-28 16,0 0-16,170 0 31,-198 29-31,28-29 16,0 0-16,1 0 31,225 28 0,-226-28-31,28 0 47,142 28-16,-170-28-31,0 0 16,1 28-16,168-28 31,-56 29 0,-113-29-15,1 0 0,225 0 30,-141 0 1,-85 0-47,28 0 0,-28 0 0,29 0 16,-29 0-16,29 0 16,-1 0-1,-28 0-15,0 0 0,1 0 0,27 0 16,-28 0-16,29 0 0,-29 0 0,0 0 0,0 28 15,1-28-15,-1 0 0,28 0 0,-27 0 0,27 28 16,-28-28-16,0 28 0,1-28 0,-1 0 0,0 0 0,29 0 0,-1 0 16,-28 0-16,0 0 15,1 0-15,-1 0 0,0 0 0,0 0 0,1 0 0,55 0 16,-27 0-16,-1 28 0,-28-28 0,29 0 16,-29 0-16,0 0 0,0 0 0,1 0 15,-1 0-15,0 0 0,0 0 0,1 0 16,-1 0-16,0 0 0,0 29 0,0-29 0,1 0 15,-1 0-15,0 0 0,0 0 0,1 0 0,-1 0 0,0 0 16,0 0-16,283 28 47,-1-28-16,29 0 0,-113 0 1,-198 0-32,0 0 0,0 0 15,0 0-15,170 0 32,28 0-1,-198 0-16,0 0-15,142 0 32,112 0-1,-254 0-15,395 0 30,29-57 1,84 57 0,-56-56-16,-424 56-15,-27 0-16,27-28 0,0 28 0,-27 0 16,140 0-16,-113 0 15,-27 0-15,-1 0 0,0 0 0,0 0 16,1 0-16,27 0 0,283 0 31,-85-28 0,-226 28-31,0 0 16,0-29-16,1 29 0,-1 0 0,56 0 16,-55 0-16,27-28 0,1 28 15,-29-28-15,254 0 32,-169-29-1,56 29 0,-56-28 16,0-29-16,0 28 0,56-84 1,-141 141-32,1 0 0,-1-28 0,0 0 15,141-113 17,-140 84-1,-1 29 0,0-28 0,0 56-31,1-85 32,27 57-1,-56 0 0,28 28 0,0-29 1,1 1-1,-1 28-31,57 0 250,310 226-219,-226-141-15,-113-57-16,-27 0 0,27 0 0,-28-28 15,29 28-15,-1 1 0,1-1 0,-1-28 16,57 56-16,-85-27 0,-28-1 0,28-28 16,29 0-16,-29 0 31,29 28 0,112 0 32,0 0-32,170 29 16,-283-57-47,1 0 0,-29 0 0,28 0 0,-27 0 0,-1 0 15,57 0-15,-1 28 0,-56-28 0,29 0 0,-29 0 0,0 0 16,57 28-16,-29-28 0,1 0 0,-29 0 0,85 29 0,-85-29 16,29 0-16,-1 28 0,57 0 0,-28-28 15,56 0-15,-85 0 0,-28 0 16,29 0-16,-1 0 0,29 0 0,28 0 0,-85 0 15,0 0-15,29 0 0,-29 0 0,0 0 0,113 28 16,-112-28-16,55 0 0,-56 0 0,57 0 0,-57 0 16,29 28-16,-29-28 0,0 0 0,29 0 0,27 0 0,-27 29 0,-1-29 15,-28 0-15,57 0 0,-57 0 0,1 28 0,83-28 16,-55 0-16,-1 0 0,29 28 0,-29-28 0,29 0 0,-57 0 16,29 0-16,-29 0 0,0 0 0,0 0 0,1 0 0,112 0 15,-113 0-15,0 0 0,0 0 0,57 0 16,-28 0-16,27 0 15,-56 0-15,29 0 0,-1 0 0,-27 0 0,55 0 16,29 0-16,-28 0 0,-57 0 0,0 0 16,29 0-16,-1 0 0,29 0 0,56 0 15,-113 0 1,0 0-16,1 0 0,55 0 47,114 0-32,-142 0 1,85-56 15,-112 56-31,-1 0 0,254-141 47,-28 56-31,-198 57-1,-27 28-15,27 0 0,1-29 0,27-27 16,311-113 15,57 84 1,-424 85-32,367-141 46,-141 0-14,-226 141-32,1 0 0,27-28 0,-28 28 15,1-29-15,-1 1 0,0 28 0,28 0 16,29-28-16,-85 0 0,28-1 0,1 29 0,-1 0 16,0 0-16,85-84 0,-85 84 0,0-28 15,1-1-15,-1 29 0,-28-28 16,141-57 15,-85 1 0,-56 56-31,29 28 0,-1-29 32</inkml:trace>
  <inkml:trace contextRef="#ctx0" brushRef="#br0" timeOffset="157110.954">21843 16538 0,'29'85'93,"112"56"-61,-85-113-17,-28-28 32,226 113-16,-225-113-31,27 0 16,142 57 0,-114-29-16,-56-28 15,1 0-15,-86 0 47,481 0-47,-312 0 31,227 0 1,-282 0-32,-29 0 0,0 0 15,254-28 17,-254 28-32,1 0 0,-1 0 0,198-29 46,-142 1-14,-27 0 15,27 0-16,-55-1-31,27 1 31,-56-28 0,28 28 1,-112 56 186,-1 0-186,-113 0 77,86 0-78,55 1-15,29-29-16,0 0 15,-1 0-15,1 0 0,-141 28 32,141-28-32,-57 0 15,57 0-15,-29 0 0,29 0 0,0 28 16,0-28-16,-283 28 31,227-28 0,27 29-15,1-1 15,-85-28 1,84 0-32,29 0 15,-113 0 16,0 0-15,-29 0 31,142 0-16,-28 0 16,27 0-16,1 0 16,-28-28-16,-1 28 1,29-29-1,0 1 0,28 0 0</inkml:trace>
  <inkml:trace contextRef="#ctx0" brushRef="#br0" timeOffset="172161.68">10921 20884 0,'57'57'296,"-29"-29"-249,0 0-31,0-28 0,-28 29 15,29 27 0,-1-56-31,0 28 47,57 57 0,-57-57-32,0-28-15,0 28 16,114 29 15,112 27 1,-57-27-1,57 28 0,-254-57-31,28-28 0,1 28 16,-1-28-16,0 0 0,0 0 15,-28 28-15,28-28 0,1 0 0,-1 0 0,-28 28 16,28-28-16,0 0 0,170 29 31,-170-29-31,-28 28 0,28-28 0,1 0 16,-1 28-16,0-28 0,0 0 0,0 0 15,1 0-15,-1 28 0,0-28 16,0 0-16,1 29 0,-1-29 16,28 0-16,142 56 31,-29-28-15,-112 0-1,27 1 1,-56-29-16,170 28 31,-113 28 0,112-27 1,-56-1-1,-112-28 0,168 28 0,-28-28 16,170 0-16,-311 0-31,1 0 16,-1 0-16,85 0 16,-57 0-1,198 0 1,-169 0-16,-57 0 0,0 0 0,0 0 0,57 0 16,-28 0-16,-29 0 0,28 0 0,-28 0 0,85 0 15,-28 0-15,0 0 0,112 0 16,-169 0-16,29 0 0,-29 0 15,29 0-15,-29 0 0,0 0 16,28 0-16,1 0 0,-29 0 0,29 0 16,-1 0-16,-28 0 0,29 0 0,-29 0 0,28 0 15,1 0-15,-29 0 0,28 0 0,-27 0 0,27 0 16,-28 0-16,85 0 0,-85-28 0,29 28 16,-1 0-16,-27 0 0,-1 0 0,113-28 0,-85 28 15,-27 0-15,-1 0 16,0 0-16,0 0 0,0 0 0,1 0 0,55-29 15,-27 29-15,-29 0 0,0 0 16,0 0-16,1 0 0,-1 0 0,28 0 16,-27 0-16,-1 0 0,0 0 0,0 0 47,198-56-16,-170 56-16,-27 0-15,225-85 32,-85 57-1,-141 28-31,0 0 16,29-28-16,112-29 31,-169 29-16,28 28-15,1 0 0,-1-28 16,226-113 31,-113 0 0,0 56-16,-28 29 0,-85 27-31,-28 1 0,28 28 0,1 0 16,-1 0-16,85-85 31,-29 29 0,-27 0 1,28-29-1,-57 85-15,0-28 15,113-85 16,-141 141 156,0 0-172,113 198 32,85-28-32,-170-170-16,0 0-15,0 0 0,0-28 16,170 170 0,-142-142-1,1-28 1,-29 28-16,0-28 0,1 28 0,281 113 31,-141-84 0,-140-57-31,-1 0 16,0 28-16,0-28 0,254 56 31,-253-56-31,-1 0 16,0 0-16,311 113 31,-113-56 0,-85-57-31,-113 0 0,0 28 16,0-28-16,1 0 0,27 0 0,-28 28 0,142-28 16,-142 0-1,0 0-15,0 0 0,85 0 16,-85 0-16,1 0 0,-1 0 0,0 0 16,170 28 15,394 1 0,-564-29-31,1 0 0,-1 0 0,57 0 16,-29 0-16,-28 0 0,29 0 0,-29 0 15,0 0-15,0 0 16,113 0-16,-112 0 0,-1 0 0,0 0 0,29 0 16,55 0-16,-83 0 0,-1 0 15,28 0-15,29 0 0,-57 0 0,29 0 16,-1 0-16,-28 0 0,1 0 0,-1 0 0,0 0 15,0 0-15,29 0 0,-29 0 0,0 0 16,0 0-16,57 0 0,-29 0 16,86 0 15,-30 0 0,-55 0-31,-29 0 0,0 0 0,1 0 16,27 0-16,-28 0 0,0 0 0,1 0 0,84 0 15,-57-29-15,-28 29 0,0 0 16,85 0 15,-84-28 1,196-56-1,114-1 0,-311 85-31,0 0 0,1 0 0,27 0 0,283-141 31,-142 28 1,-168 85-17,83-29 1,-55 29-1,-29 28-15,-28-28 0,28 28 0,1 0 0,168-141 47,-56 56-15,-113 57-32,1 0 0,-1-1 15,0 29 1,85-141 15,-28 28 0,-29 57 1,57-1-1,-85 29-31,57-56 31,28 27 0,-29-28 1,-55 85-1,27-56 0,1 56 0,-57 56 94,197 114-93,-169-142-32,-28 0 0,29-28 15,-1 28-15,28 1 0,-28-1 0,29 0 16,-29 0-16,57 29 15,-85-29-15,28-28 0,0 0 0,-28 28 0,57-28 0,-29 0 16,-28 28-16,56 1 0,255 140 47,-1-56-16,-282-113-31,29 28 16,-29-28-16,113 28 0,-113 1 0,29-1 15,-1 0-15,-27-28 0,27 0 0,29 28 16,-57 0-16,57 1 0,-29-1 0,0-28 16,-27 0-16,-1 28 0,0-28 0,29 0 0,-1 28 15,-28-28-15,339 57 32,0-1-1,-339-56-16,57 0-15,282 0 32,169 0-1,-480 0-31,1 0 0,-1 0 16,-27 0-16,-1 0 0,0 0 0,85 0 15,-57 0-15,-27 0 0,27 0 0,-28 0 16,57 0-16,-57 0 0,57 0 0,197-56 62,621-85-30,-846 112-32,55 29 0,-55-28 15,56 28-15,84-56 0,-84 28 16,-56 28-16,56-29 0,-85 1 0,0 28 0,0-28 15,85 0-15,85-113 47,-29 28-15,-169 84-32,113-83 31,-57 27 0,-27 57-31,-1-29 47,0 29-47,0-28 31,0 27 0,-28 1 1</inkml:trace>
  <inkml:trace contextRef="#ctx0" brushRef="#br0" timeOffset="-214159.768">11175 25344 0,'29'0'187,"-1"28"-156,0 0-15,28 28-16,-27-27 16,27 27 15,57 29 0,-85-57-31,0 0 16,170 29 46,197 27-30,-226-84-17,-140 0-15,-1 29 0,57-29 0,-29 28 0,-28-28 16,0 28-16,29-28 0,-29 0 0,0 0 0,1 0 0,-1 0 15,0 0-15,0 0 0,113 56 125,57 1-109,-170-57 0,170 28 31,-114 0-16,142 29 0,-28-29 0,197 28-15,226 1 31,-593-57-47,0 0 0,29 0 0,-29 0 0,85 28 0,-57-28 15,1 0-15,-29 0 0,0 28 0,57-28 0,-1 0 16,57 29-16,-84-29 0,-29 0 0,0 0 16,29 28-16,-29-28 0,0 0 0,29 0 0,-1 0 0,29 28 15,-29-28-15,-28 0 0,1 0 0,27 0 16,1 0-16,-1 28 0,0-28 0,-27 0 0,27 0 16,-28 0-16,1 0 0,83 0 0,-27 0 0,-57 0 0,85 28 15,28-28-15,-112 0 0,27 29 0,0-29 0,-27 0 0,27 0 16,113 0-16,-112 28 0,-29-28 0,0 0 0,85 0 15,28 0-15,-84 0 0,-1 0 0,29 0 16,28 0-16,-57 0 0,29 0 0,-29 0 0,29 0 16,56 0-16,-84 0 0,27 0 0,1 0 15,-29 0-15,57 0 0,-85 0 0,29 0 0,-1 0 0,1 0 16,-29 0 0,198 0-16,-29 0 0,-27 0 0,-57 0 15,-29 0-15,1 0 0,84 0 0,-112 0 0,27 0 16,29 0-16,-85 0 0,1 0 15,112 0-15,113 0 0,-170 0 16,453-28 15,-255-29 1,-197 57-17,394-197 16,-168 140 1,-142-56-1,-28 29-15,-28-1 15,0-84 16,-85 84-16,0 57-15,-28 0-16,57-114 46,-1-55-14,1 112 15,-29-56-1,-28 85 1,0 140 110,0 86-126,0-57-16,0-57 32,28 0-15,-28-27-32,141 84 46,0-29-14,-56-27-17,-28-57-15,-1 28 0,-28 0 16,0-28-16,1 0 0,-1 28 0,0-28 0,113 57 31,-113-29 0,29-28-31,-1 0 32,339 85-1,-84-57 0,-85-28 0,197 85 1,226-1 15,-282-56-16,56-28 0,29 29-15,-1-29 31,-84 0-16,113-29-16,-28-27 32,140-29-15,-197 85-17,-28-56 16,-113 28 1,-28 28-1,-28-57 0,-29 1 0,57-29 1,-198 57-17,0 28-15,198-169 47,113-29-31,-226 142-1,-85 27 1,141-27 15,-28-1 1,-56 1-17,84-57 16,-84 113 1,-29-28-17,-27 0 17,-29 112 171,0 1-172,28-85-31,-28 28 0,0 0 0,28 29 16,57 112 30,56 29-14,-28-114-17,84 58 17,-27-58-1,338 142 0,56-57 0,480 29 1,-282-113-1,-28-29 0,-536-56 0,56 0 32,536 0-32,-310 0 0,-57-85 1,-84-56-1,84 57 0,-84-1 0,-227 0-15,86-28 31,-29 29-16,29-57 0,-142 112 1,1 1-17,112-57 32,57-56 0,-198 113-31,0 0-1,1 0-15,27-29 31,-28 29 63,0 0-63,-28 0-31,0-1 0,29 1 16,-29 0-16,0 0 16,56-57-1,-56 57 17,0 0 14</inkml:trace>
  <inkml:trace contextRef="#ctx0" brushRef="#br0" timeOffset="-177030.821">39539 13406 0,'0'0'0,"0"338"79,0-310-79,0 1 0,0 27 0,0-28 0,0 1 0,0-1 0,0 28 15,0 1-15,0-29 0,0 0 0,0 57 16,0-57-16,0 57 0,0-57 0,-29 57 0,1-1 15,28 29-15,0 141 32,0-169-1,-28 225 0,28-282-31,0 1 16,0-1-16,-56 254 31,-1 0 0,29-225-31,28-29 0,0 0 0,-28 0 16,28 1-16,0-1 0,-29 141 47,29-84-16,0-57-15,0 0 15,0 1 16,-28-1-16,28 0-31,0 28 0,0-27 31,-28-255 63,28-28-78,0 226-1,28-29 1,-28 29-16,28 0 16,1-85 15,-1 28-16,0 57 1,0-28-16,-28 27 0,29 29 0,-29-28 16,28 0-16,56-57 31,29 29 0,28-29 0,113 85 1,-225 0-32,-1 0 0,0 0 0,0 0 0,142 0 47,-29 57-16,-141-29-31,0 0 0,0 0 15,28-28-15,0 226 32,-28 56-1,0-197-31,0-57 0,0 29 0,0-1 0,0-28 16,0 29-16,0-1 0,0-28 0,0 1 15,0-1-15,0 0 0,0 0 0,0 0 16,0 1 15,0-1 0,0 28-15</inkml:trace>
  <inkml:trace contextRef="#ctx0" brushRef="#br0" timeOffset="-175872.85">41712 15861 0,'-28'-28'31,"-1"-1"-15,1 29-16,-141 0 31,28 0 1,112 0-32,1 0 0,0 57 15,0-29-15,0 29 16,28-29-16,-57 85 31,-28 84 0,29-84 1,28 113-1,84-170 0,-28-56 0,29 0-31,-1 0 0,-27 0 0,-1 0 16,0 0-16,0-28 0,0 28 0,1-28 0,-29 0 16,28 28-16,0 0 0,0-29 0,57-27 15,-57 28-15,0 28 0,-28-28 0,57-1 0,-1-55 16,-27 84-16,-1-29 0,-28 1 0,28 28 15,0-84-15,0 55 0,-28 1 0,29 0 0,-29 0 16,28-29-16,-28 29 0,28 0 0,-28 0 0,28-1 0,-28 1 16,0 0-16,0 0 0,0-1 0,0 1 15,0 0-15,0 0 0,0 0 16,0-1 15,0 227 47,0-170-78,0 29 0,0-1 0,0-28 0,29-28 0,-29 57 16,0-29-16,28-28 0,-28 56 0,0 1 0,28-29 0,0 0 16,-28 0-16,28 29 0,1-1 0,-29-27 15,0-1-15,56 0 0,-56 0 16,0 0-16,28-28 0,57 113 47,-57-84-16</inkml:trace>
  <inkml:trace contextRef="#ctx0" brushRef="#br0" timeOffset="-174855.737">42446 15692 0,'0'28'15,"0"28"-15,0-28 16,0 29-16,0 56 0,0-57 0,0-28 15,0 29-15,0-1 0,0 29 0,0-57 0,84 198 16,-84-198-16,57-254 188,56-197-157,-1 282-16,-83 85-15,-29 27 0,56-27 0,-28 56 16,1-28-16,27-1 0,-28 1 0,-254 28 31,847 311 1,-592-227-32,-29-55 15,28-1-15,-28 0 0,28 0 0,0 57 16,-28-29-16,0-27 0,0-1 0,28 0 0,-28 0 15,0 0-15,0 1 0,57-142 110,28-57-95,-85 142 1,84-113 0,-56 113-16,1-57 15,-29 57-15,113 141 32,-57 197-1,-28-281-31,-28-1 0,57 169 31,-57-140 16,0-29-31,0 28 15</inkml:trace>
  <inkml:trace contextRef="#ctx0" brushRef="#br0" timeOffset="-171519.863">29463 24977 0,'29'28'125,"-1"113"-94,0-113-31,0 29 15,0-1 1,-28-28 0,57-28-1,56 85 17,-29-29-1,-55-56-31,27 85 31,57-28 0,85 27 1,168-27-1,-281-29 0,-57-28 0,57 0 32,56 0-32,0-57-15,-113 57-16,1 0 15,-1 0-15,57 0 0,-57 0 0,310-56 47,-168 28-31,-142 28-16,0-28 15,0 28-15,1-29 0,-1 29 16,141-56 15,-141 56-31,-28-28 0,198-1 47,-170 1-47,0 28 0,1 0 0,-1-28 0,0 28 16,-28-28-16,28 28 0,85-28 31,-85-1-15,85-27 15,28-57 0,-112 113-15,-1 0-1,0-28 1,0 28 0,-28-28-1,-84-1 173,27 1-157,29 28-31,0-28 0,0 28 16,-29 0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9-30T17:09:37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9454 6378 0,'84'57'156,"114"140"-140,-170-197-16,113 113 15,-141-85 1,29-28-16,27 57 0,-56-29 16,28 0-16,113 0 62,198 114-31,-311-142-31,29 28 0,-1 0 16,85 0 31,29 29 0,-86-29-47,57-28 15,-28 28-15,-85-28 16,114 28 0,168 1 31,0-29-16,57 0 16,-56 0-16,-255 0-31,1 0 0,27 0 0,-55 0 0,27 0 16,-28 0-16,85 0 0,-85 0 0,29 0 15,-29 0-15,28 0 0,29 0 0,-28 0 16,-29 0-16,56 0 0,-27 0 0,-29 0 15,57 0-15,-57 0 0,28 0 0,311-29 94,-56 29-63,-255 0-31,29 0 0,-57 0 0,0 0 0,1 0 0,-1 0 0,0 0 16,113-28 0,-113 28-16,1 0 0,140-28 15,-141 0 1,85-1 15,-57 1-15,29 28-16,-57 0 15,-28-28-15,29 28 0,-1 0 0,28 0 16,-56-28-16,28 28 0,226-85 94,-112 57-79,-142 0 1,28 28-16,0-29 16,28 1-16,29 0 31,113-113 0,-85 56 0,28-28 1,0 29-1,56-57 0,-168 141-31,-1 0 0,-28-29 16,113-27 15,-29-1 0,-479 29 1,790 0-1,-366 28-31,-1-28 0,56 56 172,-27 28-141,169 86 16,197 27 0,-395-141-47,29-28 0,-1 28 0,-28-28 0,29 29 15,-29-29-15,28 28 0,-27-28 0,27 28 16,-28-28-16,1 28 0,-1-28 0,0 28 0,57-28 16,-57 0-16,0 29 0,0-29 0,57 28 15,-57-28-15,29 0 0,-29 0 0,28 0 16,1 28-16,-29-28 0,28 28 0,-27-28 0,27 0 15,29 29-15,-57-29 0,28 28 16,-27-28-16,27 0 0,339 84 31,0-27 1,-310-29-32,-57-28 0,0 0 15,1 0-15,-1 0 0,169 28 16,-55 1-16,-114-29 0,85 0 0,-57 0 0,-28 0 15,1 0-15,27 28 0,0-28 0,29 0 0,-28 0 0,-29 0 16,85 28-16,112-28 0,-168 0 16,28 0-16,-29 0 0,29 28 0,-1-28 0,-55 0 15,83 28-15,-83-28 0,27 0 0,1 0 16,-1 0 0,0 0-1,1 0 1,28 0-16,-57 0 31,0 0-31,57 0 0,-29 0 16,-28 0-16,1 0 0,-1 0 15,0 0-15,0 0 0,0 0 0,1 0 0,27-28 16,-28 28-16,142-28 47,-29 0 15,367-85-30,-452 113-32,-28 0 0,114-85 15,-86 85-15,-28 0 0,29 0 16,27-56-16,-55 56 0,-29-28 0,28 28 0,28 0 0,29-29 15,-57 1-15,0 0 0,1 28 16,-1 0-16,0 0 0,0 0 0,0-28 0,1 28 0,-1-29 0,0 29 16,0 0-16,29-28 0,-29 0 15,28 0-15,-27 28 0,-1 0 0,-28-28 0,28 28 16,0-29-16,1 29 0,-1 0 0,0 0 0,-28-28 0,28 0 16,0 28-16,29 0 0,-29-28 0,29 28 15,-29 0-15,56-29 0,1 1 16,-57 0-16,1 28 0,-1 0 15,0 0-15,0-28 16,283-85 15,-255 113 1,1-28 14,55-1-30,-55 1 31,56 0-16,-85 28 0,113-56 1,-84 56-1,-1-29 0,29 29 0,-57-28 1,141 141 124,142 169-125,-283-282-31,-28 28 0,28-28 0,85 85 16,-85-85-16,85 85 15,-28-57-15,-85 0 16,84 0-16,-55-28 0,-1 0 0,85 113 31,-57-84 1,-28-29-32,1 0 0,55 28 15,1 0-15,28 28 0,-85-56 16,0 0-16,1 0 0,-1 0 15,85 29-15,-29-1 0,-84 0 0,57-28 16,-29 28-16,28-28 0,29 0 16,-57 0-16,1 0 0,-1 29 0,0-29 0,0 0 0,85 28 15,-56-28-15,-29 0 0,28 0 0,57 28 16,-28 0-16,-57-28 0,57 28 0,-57-28 0,113 29 16,-28-1-16,-85-28 0,57 28 0,-57-28 0,113 0 15,28 0-15,-84 0 0,-57 0 0,113 0 16,-56 0-16,-28 28 0,-29-28 0,28 0 0,57 29 15,-85-29-15,85 28 0,-28-28 0,-29 0 0,85 28 16,-84-28-16,28 28 0,-1-28 16,-56 0-16,29 0 0,-29 0 0,29 0 15,-29 0-15,28 0 0,29 0 0,-29 0 16,29 0-16,0 0 0,-29 0 16,170 0-16,-198 0 0,57 0 15,-29 0-15,-28 0 16,1 0-16,-1 0 0,57 0 31,281 0 0,-309 0-31,169 0 47,-142 0-47,142 0 16,-113-28 15,0 0-15,-57 28-16,1 0 0,140-28 31,1-1 0,-85 1 0,-57-28 1,1 56-32,-29-29 0,57 1 15,-57 28-15,0-28 0,0 28 16,0-28-16,1 28 0,-29-28 0,28 28 0,85-29 16,-113 1-16,28 0 0,0 28 0,0 0 15,1-28-15,-1-1 0,0 29 0,0 0 16,85-56-16,-56 28 0,-29 28 15,0 0-15,198-85 32,0-56-1,-198 113-31,0 28 0,0 0 16,29-57-16,84-27 31,-28 27 0,-85 57-31,28-84 31,29 27 1,-57 29-17,1 28-15,-1 0 31,56-57 1,-55 1 15,55 28-1</inkml:trace>
  <inkml:trace contextRef="#ctx0" brushRef="#br0" timeOffset="36693.871">9567 10894 0,'56'0'140,"29"28"-109,-29 0-15,-56 0-16,28-28 16,29 0-16,366 142 31,-197-114 0,-198-28-31,0 28 0,1-28 16,-1 0-16,28 28 0,-27 0 0,27 1 0,-28-29 15,0 0-15,29 28 0,140 28 32,1 1-1,-85-29 0,-85-28-31,0 0 0,29 0 47,-29 0-16,0 0-31,0 0 16,114 0 15,-30 0 0,-83 0-15,309 28 15,29 0 1,0 1-1,-339-29-31,1 0 0,27 0 15,-28 0-15,29 0 0,-1 0 0,-28 0 0,367 0 47,142 0-15,-481 0-32,1 0 0,27 0 0,-56 0 0,114 0 15,-86 0-15,-28 0 0,0 28 0,57-28 0,28 0 16,-28 0-16,-57 0 0,57 0 0,197 28 47,-226-28-16,-28 0 16,311 0-32,-311 0 1,1 0-16,27 0 0,29 0 0,-57 0 0,0 0 0,0 0 16,29 0-16,-29 0 0,0 0 0,0 0 0,1 0 15,-1 0-15,0 0 0,29 0 0,-29 0 0,0 0 0,0 0 16,0 0-16,1 0 0,-1 0 0,57 0 16,-29 0-16,-28 0 0,0 0 0,114 0 15,-114 0-15,28 0 0,1 0 16,-1 0-16,1 0 0,-1 0 0,-28 0 0,57 0 15,-57 0-15,0 0 0,1 0 0,253 0 79,508 0-48,-762 0-31,29 0 0,27 0 15,989-56 17,-678 27-1,-367 29-31,0 0 0,509-28 31,-29 0 0,-424 28-15,-56 0-16,29 0 0,394 0 31,-225 0 1,-141 0-1,169-28 0,28-29 0,-84-27 1,-170 84-32,0-29 0,29 1 15,-29 0-15,0 28 0,141-56 31,-84 27 1,28 1-32,-85 28 15,-28-28-15,28 28 0,113-28 32,-56 28-1,56-57 0,-84 29 0,-29 28 1,28-28-1,-27 28-31,-1-28 31,0 28 0,395 197 126,1-28-126,-283-112-16,-57-29-15,-55-28 0,140 57 0,-28-1 16,-84-28-16,-1-28 0,142 57 0,-114-29 16,114 0-16,-114 0 0,-55-28 0,55 29 0,-27-29 0,338 0 78,452 0-47,-622 0-15,-196 0-16,55 0 0,-56 0 0,57-29 0,-28 29 15,-1 0-15,0 0 0,57 0 16,0-28-16,-56 28 0,56-28 0,56 0 16,-28-1-16,-85 29 0,1-28 0,84 28 0,-113 0 0,142-56 15,-142 56-15,85-28 0,-29-1 0,-55 29 0,83-28 0,-83 28 16,55-28-16,29 0 0,28-29 0,29 29 15,-86 0-15,-27 28 0,27 0 0,-55-28 0,27 28 16,29-29-16,-57 29 0,113-28 0,-113 0 0,1 28 0,55 0 0,86-57 16,-142 57-16,85-28 0,-85 28 0,141 0 15,-112-28-15,-29 28 0,0 0 16,0 0-16,1 0 0,-29-28 0,112 0 0,-83 28 16,27 0-16,1 0 0,-29 0 31,85-29-31,-85 29 0,0 0 0,0 0 0,1-28 15,55 28-15,57-56 32,-112 56 15</inkml:trace>
  <inkml:trace contextRef="#ctx0" brushRef="#br0" timeOffset="73571.864">21787 10555 0,'56'28'140,"29"85"-93,-57-113-47,0 28 16,-28 1-16,113 27 47,-84-28-47,55 29 62,-27-57-30,-29 0-32,169 56 31,-168-28 0,309-28 0,-197 0 1,-112 0-32,112 0 46,-57 0-14,-55 0-32,-1 0 0,0 0 31,141-28 0,-84 28 0,56 0-15,-113 0 0,57-56 15,0 28 0,-57 28-31,28-57 31,1 29 1,-1-29-1,-27 29-31,-1 0 16,0 0 30,0 0-30,-28-1 31,-113 170 140,-56 1-140,141-142-47,0 56 32,-29-28-32,29-28 15,-29 0 1,57 28-16,-28-28 15,0 0-15,0 0 0,-29 29 16,-27-29 15,27 28 1,29 0-32,0-28 0,-57 0 46,57 0-30,0 0 31,-85 28-31,0 1 15,85-29-16,-57 0 1,57 0 15,0 0-31,-1 0 16,1 0-16,-85 0 31,29-29 0,55 29-31,1 0 0,28-28 16,-28 28-16,0 0 0,-57-28 16,-28 0 15,-28-1-15,141 1-1,-85 28 16,29-28 1,-1-28-1,29 56-15,0 0-1,0-57 16,-29 57 1,29-28-32,0-29 31,0 57 0,28-28 16,84 113 156,1-29-172,0-27 32,-85-1-32,56 0 32,29 0-32,84 0 16,-141-28-47,29 0 15,225 0 17,-254 0-17,0 0-15,1 0 0,-1 0 0,0 0 0,0 0 16,1 0-16,83 0 31,-55 0 0,-1 0-15,-56-28-16,29 28 0,-1 0 0,0 0 16,57 0-1,28-28 17,-85 28-17,85 0 16,-113-28-31,56 28 32,29-28-1,-29 28-15,-28 0-1,57-57 16,28 1 48,-57-1-33,-27 57-46,-1-28 16,0 28 15,29-28 1,-57 0-1,28 28-16,-28 56 126,0-28-110,-28 29-15,-1-29-16,-55 57 31,27-1 0,-27 1 1,-29-57-1,84 0-15,-27 1 15,-198 27 0,226-56-31,-85 56 31,28-56 16,-84 0-16,141 0-15,-113-28 31,112 28-47,1 0 0,-28-56 16,56 28-16,-29 28 15,1 0-15,-28-29 31,-29-55 1,57 84-32,0-29 0,-1 29 31,29-28 0,-28 28-31,28-28 0,-28 28 31,0 0 1,-29-56-1,1 27 0,28-27 0,-1 56 32</inkml:trace>
  <inkml:trace contextRef="#ctx0" brushRef="#br0" timeOffset="82416.681">9115 15579 0,'85'28'78,"-1"85"-47,-55-85-31,55 28 16,-55-56-16,27 57 15,-28-29-15,0-28 0,1 28 0,-1-28 16,28 29-16,1-1 0,366 198 47,-56-142-32,-311-56-15,1-28 16,-29 29-16,0-29 0,57 28 16,-57-28-16,0 28 0,114 0 31,27 29 0,57 27 0,507 142 1,-620-198-32,-28 1 15,28-1-15,-57 0 0,-27-28 0,27 0 0,0 0 16,1 0-16,84 28 0,-113-28 0,57 29 0,-57-29 0,29 0 16,55 0-16,-27 28 0,-28-28 0,-1 28 0,-28-28 15,0 0-15,29 28 0,28-28 0,-57 28 0,28-28 16,-28 0-16,1 0 0,55 0 0,-55 0 15,-1 0-15,0 0 0,57 29 0,-29-29 16,-28 0-16,1 0 0,337 28 31,-337-28-15,394 28 15,-28 0 0,0 1-15,-367-29 0,29 0-16,-29 0 0,0 0 0,1 0 0,-1 0 0,0 0 15,0 0-15,0 0 0,1 0 0,-1 0 0,0 0 0,0 0 0,57 0 16,-57 0-16,0 0 0,1 0 0,-1 0 16,0 0-16,57 0 0,-29 0 0,-28 0 15,29 0-15,-29 0 0,29 0 0,-1 0 0,-28 0 0,0 0 16,1 0-16,55 0 0,-55 0 0,-1 0 15,0 0-15,0 0 16,57 0-16,0 0 0,-57 0 0,0 0 16,424 0 15,-1 0 0,-423 0-31,1 0 0,27 0 0,0 0 16,29 0-16,-57 0 0,29 0 0,27 0 15,-27 0-15,-29 0 0,339 0 32,-226 0-1,57-29 16,-170 29-47,28 0 15,-27 0 1,27 0-16,-28 0 0,29 0 0,-29 0 16,85-28-1,-29 28-15,29 0 16,-84-28-16,-1 28 0,0 0 0,0 0 16,0 0-16,1 0 0,-1 0 0,28 0 15,-27 0-15,27 0 0,-28-28 0,29 28 0,-1 0 16,1-29-16,-29 29 0,28-28 15,-28 28-15,283-28 47,-29-28-15,-254 56-32,113 0 31,311-85 0,-396 85-31,29-28 0,-57-1 16,29 1-16,-29 28 0,57 0 0,-29-28 15,-28 28-15,1-28 0,27 0 0,-28 28 0,57 0 16,-29-29-16,-27 29 0,-1 0 0,0-28 0,198-85 47,84 0-16,-282 85-31,1 28 0,168-85 47,-169 57-47,198-85 31,-198 113-31,-28-28 0,29 28 0,-1-28 0,141-141 110,-84 112-79,-29 29-16,-56 0-15,29 28 0,-1-29 0,-28 1 47,28 28 63,198 198 62,169 56-141,-198-141-31,-168-85 15,-1-28-15,28 0 0,-56 28 0,85 29 0,-57-57 16,57 28-16,0 0 0,-29 0 0,-28-28 0,0 28 16,1-28-16,27 29 0,1-1 15,-29-28-15,875 169 32,-847-141-17,85 1-15,-112-29 0,-1 0 0,28 0 0,-27 0 16,196 28-16,-196 0 0,27-28 0,57 28 0,84 29 15,-140-29-15,56-28 0,-85 0 0,0 0 16,85 0-16,649 198 31,311-57 1,-932-141-32,-85 0 0,1242 84 46,-282-84-14,-959 0-32,56 0 0,-85 0 0,141 0 0,-112 0 15,-1 0-15,1 0 0,-1 0 0,85 0 0,-56 0 16,-1-28-16,-27 28 0,28-28 0,-1 0 16,-27 28-16,-1-29 0,1 29 0,55-28 15,-27 0-15,-57 0 0,1 0 0,55 28 16,-56 0-16,29-29 0,-57 1 0,56 0 0,-27 28 0,-1 0 0,28-28 15,1-1-15,-29 29 0,-28-28 0,56 28 0,-27 0 0,55-56 16,-27 28-16,-29 28 0,0 0 0,0 0 16,85-85-16,-56 57 0,-1 28 0,-28 0 15,-28-29-15,57 29 16,112-84-16,-141 56 0,1 28 16,27-57-16,-28 29 0,29 28 0,-29-28 0,0-1 15,0 1-15,29 0 0,-29 0 0,0 0 0,0 28 0,-28-29 16,29 1-16,-1 28 0,0-28 0,0 0 0,1-1 0,-1 1 15,0 0-15,28 0 0,1-29 0,-29 29 16,0 28-16,1-28 0,-29 0 0,84-1 0,-84 1 16,28 0-16,1 28 0,-1-56 0,28 27 15,-56 1-15,57 0 0,-57 0 16,0-1-16,28 29 0,0-28 0,0-28 0,1 28 16,-29-1-16,28 1 0,-28-28 0,0 27 15,28 1-15,0 0 0,-28 0 0,0 0 0,29-1 0,-29-27 16,28 56-16,-28-28 0,28-1 0,-28-27 15,0 28-15,28 0 0,0-1 16,1 1-16,-29 0 0,0 0 16,0-29 15</inkml:trace>
  <inkml:trace contextRef="#ctx0" brushRef="#br0" timeOffset="106495.007">8325 13434 0,'-28'-28'16,"56"56"-16,-141-85 31,85 57-31,0 0 0,-480 57 62,56 112-30,424-169-32,0 0 0,-1 28 0,-27 1 0,-1-1 15,-55 56-15,83-84 0,1 0 0,-198 170 16,226-142-16,-28 0 0,-28 0 0,56 1 15,-57-1-15,29 0 0,0 29 0,-29 27 16,29-84-16,28 85 0,-56 0 16,27-29-16,29-28 0,0 29 0,0 56 15,0-57-15,0-28 0,0 29 0,0-29 16,0 28-16,29-56 0,-1 57 0,-28-29 0,28 57 0,-28-57 16,0 0-16,28 0 0,-28 29 15,29-29-15,-1-28 0,0 28 0,-28 0 0,56 1 16,-27 27-16,-1-56 0,0 28 0,29 29 15,-29-57-15,0 28 0,57 0 16,-57-28-16,-28 28 0,56 1 0,-27-1 0,-1-28 16,0 0-16,0 28 0,0-28 0,1 0 0,-1 28 15,57 1-15,-57-29 0,0 0 0,0 0 16,29 0-16,-29 0 0,0 0 0,-28 28 0,28-28 16,29 0-16,-29 0 0,0 0 0,0 0 15,1 0-15,27 0 0,-28 0 0,1 0 16,55 0-16,-27 0 0,-1 0 0,-28 0 15,1 0-15,-1 0 0,0 0 0,0 0 16,0 0-16,1 0 0,27 0 16,-28 0-16,1-28 0,-1-1 0,0 29 0,0-28 15,0 0-15,1 0 16,-29-1-16,56 1 16,57-169 15,-85 56 0,0 112-31,-28 1 0,0-282 31,0 27 1,0 255-32,0-28 0,0-1 15,-28-310 16,0 142 1,0 55-17,28 142 1,0 0-16,-28 28 0,28-28 0,0-29 16,0 29-16,-29-85 31,1 85-16,28 0 1,-56-29 0,56 29-1,-29 28 1,1-28 31,0 28 47</inkml:trace>
  <inkml:trace contextRef="#ctx0" brushRef="#br0" timeOffset="127311.927">20602 15381 0,'28'28'172,"0"29"-141,28-29-15,1-28 15,-29 0 0,57 0 1,28 0-1,-57 0 0,29-28 0,-29 0 1,1-29-17,-29 57 1,28-56-16,-27 27 31,-29 58 188,28 55-188,0-84-31,-28 29 0,28 27 16,29 29 15,-57-29 16,113-56 0,28 0-16,-113 0-15,0 0-16,170 28 47,-114-28-32,-27 0-15,-1 0 16,283 0-1,-311 0 1,226 0 15,0 0 1,-226 0-32,1 0 0,-1 0 15,56-28 1,-55 28-16,27 0 15,-28 0-15,1 0 0,-1 0 16,141-28 15,-141 28-31,142-28 32,55-29-1,-196 57-31,27-28 15,29 28 1,-57 0-16,0-28 16,57 0 15,-57-1 0,-28 1-31,28 28 31,-28-28 1</inkml:trace>
  <inkml:trace contextRef="#ctx0" brushRef="#br0" timeOffset="144672.633">16227 15325 0,'57'56'62,"55"29"-31,-27-57-15,-85 0-16,85 29 31,56-1 0,-113-56-31,0 28 0,1-28 16,27 0-16,-56 29 0,28-29 0,0 0 0,1 28 16,-1-28-16,-28 28 0,28-28 0,0 0 0,57 0 15,-57 0-15,0 28 0,1-28 0,-1 28 0,0-28 16,29 0-16,394 57 31,-394-57-15,-29 0-16,28 0 0,-28 0 0,396 0 31,27 0 0,-168 0 1,-86 0-1,-169 0-31,-28-28 0,113 28 31,-85-29 0,-28 1-15,57 0 15,56-113 0,0 28 48,-113 57-33,28 27-14,0-27-1</inkml:trace>
  <inkml:trace contextRef="#ctx0" brushRef="#br0" timeOffset="147264.988">8805 18796 0,'-85'0'15,"29"0"17,-86 0-1,-168 28 0,-254 57 0,507-85-31,-28 0 0,29 28 16,28-28-16,-85 57 31,28 27 1,1 29-1,168 198 0,57-255 0,226 85 1,-310-141-32,27 0 15,-27 0-15,-29 0 0,0 0 0,0 0 0,1 0 0,55 0 16,-27 0-16,-1 0 0,-28 0 0,424-113 31,-396 85-31,1 28 16,-29 0-16,0-28 0,1 0 0,-1 28 0,198-198 31,-226-112 0,0 225-15,-29-197 15,1 225 0,0 57-31,0-28 16,-57 0 15,29 28 0</inkml:trace>
  <inkml:trace contextRef="#ctx0" brushRef="#br0" timeOffset="151797.984">10131 20207 0,'0'57'78,"0"55"-46,28-55-32,-28-29 0,57-28 15,-57 28-15,28 1 0,85 55 47,-85-56-16,29 1-31,-29-1 0,85 0 32,56 0-1,0 29 0,-28-29 0,283 113 1,-396-141 14,452 85-30,-452-85-16,0 0 16,57 0-16,-29 0 0,142 0 47,197 0-16,-197 0-31,507-85 47,-366 0-16,-255 85-31,58-28 0,-114 28 0,0 0 0,28-28 0,-27 28 16,-1 0-16,0 0 0,0 0 0,29 0 0,-29 0 0,28 0 15,368-56 16,-114-57 1,-282 113-32,1 0 0,-1 0 15,-28-29-15,56 29 0,-56-28 0,29 28 0,-1 0 0,28-28 0,29 28 16,-29 0-16,-27 0 0,-1 0 0,0 0 0,0 0 0,-28-28 16,28 28-16,1-28 0,-1 28 0,0 0 0,0-29 15,1 1-15,-1 28 0,0 0 0,28-28 16,1 28-16,-29-28 0,29-1 15,-29 1-15,0 0 0,28-57 47,86-56-31,-58 85 15,-56 56 313,142 197-328,-114-140-1,-28-57-15,-28 28 0,57 0 0,-29 0 0,0 1 16,1-1-16,-1 0 0,0 0 0,0 1 0,29-29 15,-29 28-15,0 0 0,0 0 0,1 0 16,-1 1-16,141 55 16,311 142 31,-283-113-16,-140-113-16,-29 0-15,85 28 16,-28 0-16,-57-28 0,282 57 31,1 28 16,-255-85-47,-28 0 0,29 0 0,-29 28 0,0-28 0,1 0 16,-1 0-16,0 0 0,28 28 0,-27-28 0,27 28 15,29-28-15,-57 0 16,85 0 47,536 113-48,-564-113 1,-57 0-16,141 0 15,-112 0-15,-29 0 0,28 0 0,-27 0 0,27 0 16,29 0-16,-57 0 0,0 0 0,0 0 0,1 0 0,-1 0 16,56 0-16,-55 0 0,-1 0 0,0 0 15,29 0-15,-1 0 0,-28 0 0,0 0 0,1 0 16,27 0-16,-28 0 0,1 0 0,27 0 0,85-28 16,-113 28-16,57-28 0,-29 28 0,-27 0 0,-1 0 0,0 0 15,0-29-15,1 29 0,112-28 16,-113 28-16,28 0 0,29-28 0,-57 0 0,0 28 15,1 0-15,27 0 0,-28 0 0,1 0 0,-29-28 16,28 28-16,0 0 0,0-29 0,57 1 0,-57 28 16,0 0-16,1 0 0,-1 0 0,0-28 0,57 0 15,-1-1-15,1 29 0,-57 0 16,29-28-16,-1 28 16,-56-28-16,57 28 0,-29-28 0,28 28 0,-28 0 15,1-28-15,-1 28 0,0-29 0,0 29 0,1 0 16,-1 0-16,0 0 0,28-56 0,-27 28 0,-1 28 15,0 0-15,57-29 0,-57 1 0,0 28 0,29-28 16,-29 28-16,0-28 0,-28 0 16,85 28-16,-29-57 0,-28 29 15,57 0-15,-57-1 0,1 1 0,-1 28 16,0 0-16,0-28 0,0 0 0,1 28 16,27-57-16,-28 57 0,57-28 0,-57 0 15,0 28-15,1-28 0,-1-1 0,28 29 16,-27-28-16,-1 0 0,28 0 15,-56 0-15,28 28 0,1-29 0,-1 29 16,-28-28-16,28 0 16,0 28-16,57-85 31,-85 57-15,28 0-16,0 28 0,-28-28 31,29 84 234,84 29-233,-85-85-32,367 197 78,-56-56-47,-142-84-15,-169-57-16,1 0 0,83 56 0,-83-56 0,55 28 15,-55-28-15,27 29 0,-28-29 0,29 28 16,-29-28-16,57 28 0,-57-28 0,28 0 0,114 28 16,-86-28-16,-56 0 15,29 29-15,-1-29 0,1 0 0,-1 0 0,763 197 47,84 1-16,-875-198-31,1157 197 32,-84-27-1,-932-142-31,-84-28 15,56 28-15,-56-28 0,56 56 0,85-27 16,-29-1-16,-84-28 0,-85 0 0,1 28 0,27-28 16,57 28-16,-57-28 0,1 0 0,-1 0 0,114 0 15,-86 29-15,-56-29 0,57 28 0,-28-28 0,27 28 16,-56-28-16,57 28 0,0-28 0,-29 28 16,1-28-16,-1 29 0,29-1 0,-57-28 15,254 0 16,142 28 1,563 85-1,-168-85 0,-791-28-31,28 0 0,1 0 0,-1 0 0,-27 0 16,27 28-16,0-28 0,29 0 0,28 0 0,-85 0 15,0 0-15,85 29 0,0-29 0,-85 0 0,29 0 0,-1 0 16,29 0-16,-57 0 0,0 0 0,85 0 0,-84 0 16,27 0-16,29 0 0,-57 0 0,57 0 15,-1 0-15,-56 0 0,57 0 0,0 0 0,-57 0 16,28 0-16,57 0 0,-28 0 16,-57 0-16,57 0 0,56 0 0,-56 0 15,-57 0-15,0 0 0,0 0 0,29 0 0,84 0 16,-113 0-16,0 0 0,85 0 0,0 0 15,-85 0-15,29 0 0,-29 0 0,57 0 16,84 0-16,-113 0 0,29-29 0,-57 29 16,29 0-16,-1 0 0,29 0 15,0 0-15,-29 0 0,-28 0 16,0 0-16,57 0 0,0 0 0,-57-28 0,28 28 0,29 0 16,56 0-16,-113 0 0,57-28 15,-57 28-15,29 0 0,27 0 0,-55 0 0,27 0 0,1 0 16,-29 0-16,85-28 0,-57 28 15,-28 0-15,29 0 0,-1-28 0,57-1 0,-56 29 0,-1 0 16,0 0-16,57 0 0,-56 0 0,56 0 16,-85 0-16,113-28 0,-113 28 0,85-28 0,-85 28 0,85-28 15,-28-1-15,-57 29 0,29 0 16,-29 0-16,0 0 16,0 0-16,29-28 0,-29 28 0,57 0 15,27-56-15,-27 28 0,-57-1 0,29 29 16,27-28-16,-55 28 0,-29-28 0,56 0 0,1-1 15,84 29-15,-113-28 0,0 28 0,0-28 16,1 0-16,-1 28 0,0 0 0,0 0 16,0 0-16,85-28 15,-28-29-15,-57 57 0,0 0 0,1 0 0,-1-28 0,0 0 16,0 28-16,113-57 0,-112 29 0,27 0 16,-28 28-16,29-57 0,27 29 0,-27 0 15,-29 0-15,29-1 0,-29 29 0,0-28 16,0 0-16,0 28 0,29-56 0,-1 27 15,29-55-15,-57 84 16,29-29-16,-1 1 0,-28 0 0,57 0 16,-57 0-16,0 28 0,57-57 0,28-28 15,-28 57-15,-85 0 0,113-28 16,-57 27-16,-28 29 0,29-56 0,-29 56 16,-28-28-16,113-29 0,-29 1 15,-55 28-15,-29-1 0,56 1 0,-28 0 0,-28-29 16,29 29-16,83-28 0,-112-1 15,29 57-15,-1 0 0,0-28 16,0-28-16,1 56 0,-29-29 16,28 29-16,-28-28 0,28 28 15,0 0 17,-28-28-1,28 28 125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28:09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44336 21957 0</inkml:trace>
  <inkml:trace contextRef="#ctx0" brushRef="#br0" timeOffset="9344.706">31552 18852 0,'28'0'141,"28"0"-125,57 0 15,-84 0-31,55 0 16,-56 0-1,1 0-15,27 0 0,-28 0 16,29 0-16,-29 0 15,28 0-15,1 0 16,-1 0 0,1 0-1,-29 0-15,0 0 63,0 0 15,1 0-62,-1 0 15,0 0-16,-28-28 32,28 28-31,1-28 0</inkml:trace>
  <inkml:trace contextRef="#ctx0" brushRef="#br0" timeOffset="23418.595">31693 14873 0</inkml:trace>
  <inkml:trace contextRef="#ctx0" brushRef="#br0" timeOffset="25332.652">31749 17074 0,'0'29'31,"0"-1"-15,0 0-1,0 0-15,0 1 16,0-1 15,0 0 0,0 0-15,0 0 0,0 1 31,0 84-32,0-85-15,0 28 16,0-28-16,0 1 0,0-1 15,0 0-15,0 0 0</inkml:trace>
  <inkml:trace contextRef="#ctx0" brushRef="#br0" timeOffset="26259.909">32342 17131 0,'0'28'78,"0"0"-78,0 1 0,0 27 31,0-28-31,0 0 0,0 1 16,0-1-16,0 0 15,0 29-15,0-29 16,0 0-16,0 0 16,0 0 30</inkml:trace>
  <inkml:trace contextRef="#ctx0" brushRef="#br0" timeOffset="27600.413">32088 14252 0,'0'28'16,"0"114"-1,0-114 1,0 141-16,0-84 0,0-1 15,0 1-15,0 113 16,0-114-16,28 86 16,-28-114-16,0 57 15,0-57-15,0 1 16,0-29-16,0 29 16,0-29-16</inkml:trace>
  <inkml:trace contextRef="#ctx0" brushRef="#br0" timeOffset="28078.321">32144 14309 0,'-28'28'0,"0"0"0,0 0 15,0 1-15,-1-1 0,-55 85 16,-1 0-16,0 28 16,29-113-16,-29 85 15,29-29-15,-1 29 0,1-56 16,56-1-16,-28-28 16,28 1-1</inkml:trace>
  <inkml:trace contextRef="#ctx0" brushRef="#br0" timeOffset="28772.343">31439 15720 0,'28'0'16,"0"0"15,1 0-31,-1 0 16,28 0-16,-28 0 15,29-28 1,-1 28-16,1 0 0,-1-29 15,-28 29-15,1 0 0,27 0 16,1 0 0,27 0-16,-56 0 0,1 0 15,-1 0-15,0 0 16,85 0 0,-57 0-16,-27 0 15,27 0 1,-28 0 15</inkml:trace>
  <inkml:trace contextRef="#ctx0" brushRef="#br0" timeOffset="31497.48">34882 14450 0,'-28'56'16,"28"-28"-16,-28 1 16,28 55-16,0 29 15,-29 85 1,29-85-16,0 28 16,0-57-16,0 1 0,0 0 15,0-29 1</inkml:trace>
  <inkml:trace contextRef="#ctx0" brushRef="#br0" timeOffset="31889.158">34854 13829 0,'-85'226'31,"57"-142"-31,-29 1 16,29 0-16,-56 56 15,55-57-15,-27 1 0,-29 0 16,85-57-16,-56 28 16,-1 1-16,29 28 15,0-57 1</inkml:trace>
  <inkml:trace contextRef="#ctx0" brushRef="#br0" timeOffset="32331.87">34205 15748 0,'28'0'16,"0"0"15,57 0-31,28 0 15,-29 0-15,-27 0 0,84 0 32,-56 0-32,-57 0 0,28 0 0,29 0 15,-29 0-15,57 0 16,-56 0-16,-29-28 0,28 28 16,1-28-16,27 28 15,-55 0-15,-1 0 16</inkml:trace>
  <inkml:trace contextRef="#ctx0" brushRef="#br0" timeOffset="34238.071">37422 14139 0,'0'29'0,"0"83"0,-28-83 15,0 27-15,-29 198 16,57-141-16,-28-57 0,28 1 16,-28 28-16,-1 27 15,29-55-15,0-1 0,0 1 16,-28-29-16,28 0 16,0 0-16,0-56 234</inkml:trace>
  <inkml:trace contextRef="#ctx0" brushRef="#br0" timeOffset="35008.598">37450 13998 0,'28'-28'125</inkml:trace>
  <inkml:trace contextRef="#ctx0" brushRef="#br0" timeOffset="35936.429">37450 14083 0,'-28'28'78,"0"-28"-63,0 28-15,-1 29 0,-55-1 16,27-28 0,1 1-16,28-1 15,-1 0-15,1 0 16</inkml:trace>
  <inkml:trace contextRef="#ctx0" brushRef="#br0" timeOffset="36485.19">36829 15381 0,'29'0'78,"-1"0"-62,0 0-16,28 0 0,57 0 15,-56 0-15,27 0 0,86 0 16,-57 0-1,84 0-15,-169 0 16,170 0-16,-57 0 16,-28 0-16,-85 0 15,57 0-15,-57 0 16,29 0-16,-57-28 16</inkml:trace>
  <inkml:trace contextRef="#ctx0" brushRef="#br0" timeOffset="47766.418">31721 18824 0,'0'-28'78,"28"28"-62,29-28-1,-29 28-15,0 0 16,0 0-16,1 0 15,55 0 1,-55 0-16,55 0 16,-56 0-16,1 0 15,-1 0-15,0 0 16,0 0 0,1 0-16,-1 0 31,0 0-31,57 0 15,-29 0 1,1 0 0,-29 0-1,-56 0 142,-1 0-142,-112 28 1,85-28-16,-1 0 15,29 0-15,-57 0 16,-27 28-16,83-28 16,-84 57-16,85-57 15,-56 0-15,55 0 16,1 0 0,0 0-1,0 0 16,56 0 141,85 0-156,-57 0-16,57 0 0,-56 0 16,55 0-16,-83 0 15,-1-29-15,28 29 0,-27 0 16,27 0-16,-28 0 15,-28-28-15,28 28 16,1 0 0,-58 0 109,-27 0-125,28 0 0,-57 0 15,-28 0-15,0 0 16,0 0-16,1 0 16,27 0-16,28 0 15,-27 0 1,56 0-16,-1 0 0,1 0 0,0 0 15,-29 0-15,29 0 47,0 0-31,56 0 109,29 0-109,-29 0-16,0 0 15,29 0-15,-29 0 16,28 0-16,1 0 15,-1 0-15,29 0 16,-29 0-16,57 0 16,-56 0-16,-1 0 0,29 0 15,-29 0-15,-28 0 0,57 0 16,-29 0-16,29-28 16,-57 28-16,1 0 15,-58 0 126,-55 0-110,27 0-31,29 0 0,-85 0 16,85 0-16,-29 0 0,29 0 15,-28 0-15,28 0 16,-1 0-16,-27 0 0,-1 0 16,29 0-16,-28 0 15,-1 0-15,29 0 16,0 0-16,0 0 15,56 0 142,28 0-126,-27 0-31,112-28 16,-113 28-1,0 0-15,29 0 0,-29-28 16,28 28-16,-28 0 0,57 0 15,-28-29-15,-29 29 16,28 0-16,-28 0 0,57 0 16,-113 0 124,-57 0-124,57 0-16,-85 0 16,0 0-1,57 0-15,-1 0 0,-27 0 16,55 0-16,-27 0 15,0 0-15,-1 0 16,29 0-16,0 0 16,-1 0 15,58 0 125,55 0-140,-55 0-16,-1 0 15,0 0-15,28 0 16,57 0-16,-84 0 16,27 0-16,0 0 15,1 0-15,-29 0 0,57 0 16,-57 0 0,0 0-16,0 0 15,-56 0 141,0 0-156,0 0 0,-29 0 16,29 0-16,-28 0 16,-1 0-16,1 0 0,-57 0 15,56 0 1,1 0-16,28 0 0,-29 0 16,1 0-16,-1 0 15,86 0 173,27 0-173,-28 0-15,1 0 16,83 0-16,-55 0 0,-29 0 16,57 0-16,-1 0 15,-27 0-15,-1 0 0,29 0 16,-57 0-16,29 0 15,-29 0-15,0 0 16,0 0-16,1 0 16,-1 0 15,0 0 0,0 0-31,-56 0 125,0 0-125,0 0 0,-29 0 16,1 29-16,-29-29 0,0 0 15,-28 28-15,1-28 16,27 0-16,-113 28 16,114-28-16,-29 0 15,28 0-15,29 28 16,-1-28-16,1 0 16,-1 0-1,29 0 48,0 0-16,0 0 93,84 0-124,29 0-1,56 0-15,0 0 0,-85 0 16,227 0-16,-255 0 16,85 0-16,-85-28 0,57 28 15,-57 0 1,0 0-16,-56 0 203,0 0-203,-1 0 16,-27 0-16,0 0 0,-29 0 0,-28 28 15,85-28 1,-85 0-16,0 0 0,0 0 16,28 0-16,1 0 15,-1 0-15,29 0 0,-29 0 16,0 0-16,114 0 109,-1 0-109,0 0 16,57 0-16,-1 0 0,114 0 15,-85 0-15,56 0 16,-56 0 0,28 0-16,-56-28 15,56 28-15,-56 0 16,-29-28-16,-28 28 16,0 0-16,1 0 15,-1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29:40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34515 19163 0,'28'0'250,"1"0"-234,-1 0-16,0 0 46,0 0-30,0 0 0,1 0-1,-1 0-15,0 0 32,0 0-17,1 0 32,-1 0-16,0 0-15,0 0 0,0 0-1,1 0-15,-1 0 63,0 0-63,0 0 15,29 0 1,-29 0 15,0 0-31,0 0 31,1 0-31,-1 0 16,0 0 0,0 0-16,1 0 31,-1 0-15,0 0 30,0 0-30,0 0 0,1 0-1,-1 0 1,0 0 0,0 0-1,1 0 48,-1 0-32,0 0-15,0 0 15,-56 0 125,-28 0-140,27 0-16,1 0 15,0 0-15,0 0 0,-1 0 16,1 0 0,0 0-16,0 0 0,0 0 15,-1 0-15,-27 0 16,28 0-1,-1 0 1,1 0 0,0 0-16,0 0 15,0 0-15,-1 0 16,-27 0-16,-1 0 16,29 0-16,0 28 15,0-28 1,0 0 62,-1 0-62,1 0-16,0 28 15,0-28-15,-1 0 31,-27 0-15,28 0 640,0 0-640</inkml:trace>
  <inkml:trace contextRef="#ctx0" brushRef="#br0" timeOffset="1922.958">28899 19248 0,'28'0'94,"0"0"-63,1 0 0,-1 0-31,0 0 16,0 0-16,0-57 31,1 57-31,-1 0 16,0 0-16,0 0 15,1 0 1,-1 0 0,0 0-16,0 0 15,0 0-15,1 0 16,27-28-1,-28 28-15,1 0 16,-29-28-16,56 28 0,-28 0 16,0 0-16,1 0 15,-1 0-15,0 0 0,0-29 16,1 29-16,-1 0 0,0 0 16,0 0-1,-28-28-15,28 28 16,1 0-1,-1 0 1,0 0 0,0 0-1,1 0 17,-1 0-1,0 0-31,0 0 15,0 0 1,1 0 15,-1 0-15,0 0 0</inkml:trace>
  <inkml:trace contextRef="#ctx0" brushRef="#br0" timeOffset="3198.353">29689 14958 0,'28'0'63,"-28"28"-32,0 57-31,0-1 16,0-27-1,0 27 1,0-55-16,0-1 16,0 57-16,-28-57 15,28 0-15,-28 113 16,28-84 0,0-29-16,0 28 15,0-28-15,0 57 16,-28-57-16,28 1 15,0-1-15,0 0 16,0 0-16,0 0 16,0 1-16,0-1 0,0 28 15,0-27 1,0-1-16,0 0 16,0 0 15,0 0 0,0 1 0,0-1 16</inkml:trace>
  <inkml:trace contextRef="#ctx0" brushRef="#br0" timeOffset="3640.638">29717 14676 0,'-28'56'16,"0"-28"-1,-29 0-15,57 1 0,-112 112 16,83-113-16,1 0 16,-85 85-16,29-28 15,-58 84-15,58-84 16,-57-1-16,84 1 15,29-57-15,0 1 16</inkml:trace>
  <inkml:trace contextRef="#ctx0" brushRef="#br0" timeOffset="4631.635">28955 16312 0,'29'0'63,"-1"0"-63,28 0 15,-28 0-15,29 0 16,-29 0-16,0 0 15,29 0 1,27 0 0,-55 0-16,-1 0 31,0 0 31,0 0-46,1 0 0,-1 0 15,0 0-31,0 0 16,0 0-16,1 0 31,-1 0-16,0 0-15,29 0 16,-29 0 0,0 0-1,0 0 1,0 0 0,29 0-1,-29 0-15,85 0 16,-85 0 15,0 0-15,1 0-1,-1 0 1</inkml:trace>
  <inkml:trace contextRef="#ctx0" brushRef="#br0" timeOffset="5493.842">32596 14760 0,'0'28'31,"0"1"-31,0 225 16,0-113-1,0-28-15,0-57 16,0 113-16,0-84 16,0 0-16,0 84 15,0-56-15,-28-28 16,28-1-16,0 1 16,-28-29-16,28 1 15,0-1-15,0-84 78,0 0-78</inkml:trace>
  <inkml:trace contextRef="#ctx0" brushRef="#br0" timeOffset="5947.246">32427 14760 0,'-29'28'16,"29"1"-16,-28 27 0,0-28 15,0 85-15,28-85 0,-85 85 16,85-84-16,-56 83 0,-1-27 15,57-57-15,-28 57 0,0-29 16,-29 57-16,29-84 16,0 27-16,0 0 15,-1-56-15,29 29 16,0-1 0,-28-28-16</inkml:trace>
  <inkml:trace contextRef="#ctx0" brushRef="#br0" timeOffset="6588.436">31834 16312 0,'0'29'32,"28"-29"-17,0 0 1,1 0-16,-1 0 16,57 0-16,-57 0 15,56 0-15,-55 28 0,84-28 16,-29 0-16,-56 0 0,114 0 15,-86 0-15,57 0 16,-57 0-16,-27 0 16,55 0-16,-27 0 15,-1 0-15,-28 0 16,29 0 0,-29 0-1,0 0 1,0 0-1,1 0-15,-1 0 16</inkml:trace>
  <inkml:trace contextRef="#ctx0" brushRef="#br0" timeOffset="7374.827">35475 14337 0,'0'28'31,"0"57"-31,-29-1 15,1-27-15,28-1 16,0 57-16,-28 28 0,28 0 16,-28-28-16,0 85 15,-1-142-15,29 1 16,-28 27-16,28 1 16,-28-28-16,0 84 15,-1-57-15,29-27 16</inkml:trace>
  <inkml:trace contextRef="#ctx0" brushRef="#br0" timeOffset="7846.797">35221 14055 0,'0'28'16,"0"0"-16,-29 57 15,29-1-15,-28-55 0,0 55 0,0 29 16,0-85-16,-29 114 16,29-142-16,-29 112 0,-27 30 15,56-114-15,-57 113 16,28-85-16,-27 1 16,-1-1-16,29 1 15,27-29-15,1 0 16,0-28-16</inkml:trace>
  <inkml:trace contextRef="#ctx0" brushRef="#br0" timeOffset="8493.294">34346 16284 0,'28'0'32,"0"0"-32,142 0 15,-142 0 1,141 0-16,-84 0 16,-1 0-16,29 0 15,28 0-15,-28 0 16,57 0-16,-29 0 0,0-28 15,-56 28-15,27-28 16,1 0-16,0-1 0,-28 29 16,-57 0-1</inkml:trace>
  <inkml:trace contextRef="#ctx0" brushRef="#br0" timeOffset="12774.374">36716 16962 0,'0'-29'31,"-28"29"31,0 0-62,0 0 0,0 0 16,-57-28-16,57 28 16,-1-28-16,-168 28 0,84-28 15,85 28-15,-339-57 16,226 29-16,-141-28 15,56 56 1,0-29-16,28 1 16,114 28-16,-29 0 15,56 0-15,29 0 16,-28 0-16,28 0 78,-57 28-62,57-28-16,-1 29 0,1-29 15,-28 56-15,-1 0 16,-27-27-16,-29 27 16,56-28-16,-140 113 15,169-112-15,-114 55 16,86-27-1,28-1-15,0-56 0,-1 57 16,29-29 0,-28-28-16,28 28 0,0 0 15,-28-28-15,28 29 16,-28-1-16,28 28 16,0-28-16,0 29 15,0-29 1,0 85-16,0-28 15,0-1-15,0 1 0,0-57 16,0 226 0,0-113-16,28-28 15,-28-28-15,56 0 16,-27-29-16,-1 29 16,0-29-16,0-28 15,-28 29-15,28-29 0,1 57 16,-1-29-16,0 1 15,0-1-15,-28-28 16,113 142-16,-85-142 0,1 28 16,-1 1-16,28-1 15,-27-28-15,-1 1 16,56 27 0,-84-28-16,29-28 0,-1 0 15,0 28 1,0 1-16,1-1 15,-1-28 1,0 28-16,0 0 16,0-28-16,1 29 15,27-29-15,-56 28 16,57 0-16,84 0 16,-113 0-16,28-28 0,85 29 15,-56-1-15,56-28 16,-84 0-16,56 28 15,-29-28-15,114 28 16,-85 1 0,-29-29-16,29 0 0,-56 0 15,27 0-15,57 0 32,-112-29-32,27-27 0,1 56 15,84-85-15,-85 57 16,113-113-16,-112 113 15,-29-29-15,57 1 0,-1-29 16,1-28-16,-28 29 16,-1 27-16,-28 1 15,29-29-15,-29 29 16,-28 27-16,28-27 16,0-1-16,1-55 15,-29 55-15,28-28 16,0 29-16,-28-29 0,0-28 15,0 29-15,28 56 0,-28-170 16,0 142-16,0-29 16,0 0-16,0 1 15,0 27-15,-28 1 16,28 27-16,0 1 0,-28-113 16,28 113-1,-28-29-15,-1 1 16,-27 0-1,28 27-15,-1-27 16,1 28-16,-28-1 0,56 1 16,-85-28-16,57 28 15,0-1-15,-1 1 16,-27-57 0,0 57-16,56 0 15,-29 28 1,29-28-16,-28 28 15,0-28 142,28-1-142,0 1 17,-28 28-17,-1 0 63,29-28-31</inkml:trace>
  <inkml:trace contextRef="#ctx0" brushRef="#br0" timeOffset="28229.447">36293 16877 0,'-28'0'203,"-29"0"-187,-140-28-16,112-1 0,1 1 16,-29 28-16,-57-28 15,29 28-15,28-28 16,-28 0-16,57-1 16,-29 29-16,56 0 15,1 0-15,28 0 16,-29 0-16,29 0 109,0 0-109,-29 0 0,29 0 16,-28 29-16,-29 27 15,0-28-15,57 0 0,-113 29 16,56-57 0,29 28-16,-29 0 0,-28 1 15,57-29-15,28 28 16,-1 0-16,-27-28 16,56 28-1,-28-28-15,-1 0 16,29 28-1,-28 1-15,0-29 16,0 84-16,0-84 16,-1 57-1,1-1-15,-85 114 16,85-142-16,-28 85 16,27-57-16,1 1 15,28 27-15,-28-27 16,28-29-16,-57 57 15,57-57 1,0 28-16,0-28 16,0 57-1,0 0-15,0-57 16,0 0-16,0 57 16,29-85-16,-1 85 15,-28-57 1,0 28-16,28-28 0,0 57 15,-28-57-15,29 1 16,-29 27-16,56 0 16,-28 29-16,0-28 15,1-29-15,27 28 16,-56 29-16,57-29 0,-57 1 16,28-29-1,0 28-15,0-56 0,-28 85 16,0-57-16,57 29 15,-57-29-15,28 0 16,0 29-16,0-1 16,-28-28-16,29 1 15,-1-1-15,-28 0 16,0 28-16,28-56 16,-28 29-16,28-1 15,0 0 1,-28 0-16,29-28 15,-1 29-15,-28-1 16,28 0-16,57 28 16,-57-56-16,0 29 15,0-1-15,1 0 16,-1-28-16,0 28 16,29 1-1,-29-29-15,0 0 0,0 28 16,0 0-1,1-28-15,-1 0 16,0 28-16,0-28 0,1 0 16,-1 0-16,0 0 15,57 0 1,-29 0-16,1 0 16,84 0-16,-85 0 15,1 0-15,27-56 16,1 56-16,56-28 15,-56-1-15,28-27 16,28 28-16,-85-1 16,-28 1-16,57 0 15,-57-28-15,57-1 16,-29 29-16,1 0 16,-57-1-1,28 1-15,0 0 0,0-28 16,1 27-1,-1-27-15,0-1 16,29 1-16,-29 28 16,0 0-16,-28-1 15,56-55 1,-56 55 0,29 1-16,-29 0 15,28 0-15,-28 0 0,28 28 16,-28-57-16,28 1 15,-28 27-15,29 1 16,-29 0-16,28-57 16,0 1-1,-28 55-15,0-27 0,28 0 16,-28 27-16,0-84 16,0 57-1,0 28-15,0 0 0,0-57 16,0 57-16,0-85 15,0 85-15,0-57 16,0 57 0,0-29-16,0 29 15,0-85-15,0 85 16,0 0-16,-28-1 0,28-27 16,-28 28-1,28 0-15,-57-57 16,57 57-1,0-29-15,-28 1 16,0 28-16,28-1 16,0 1-16,-28 28 0,28-28 15,-29 0-15,1 28 0,28-29 16,0 1 0,-28 0-1,-28 0 16,27 0-31,29-1 0,-28 29 16,28-28-16,-28 28 0,0-28 16,-1 0-16,1-29 15,0 57 1,0-28-16,-29 0 31,29 0-31,0-29 31,-29 57-31,29-28 16,-28 0 0,28-1-16,-29 1 15,29 0-15,-29 28 16,29 0-16,0-28 16,0 0-16,0 28 15,-1 0-15,1 0 16,0 0 15,0 0-15,-1 0 15,1 0-31,-28 0 0,28 0 0,-29 0 16,1 0-16,27 0 15,-83 0-15,83 0 16,-27 0-16,-1 0 15,29 0-15,0 0 16,0 0-16,0 0 0,-1 0 16,1 0-1</inkml:trace>
  <inkml:trace contextRef="#ctx0" brushRef="#br0" timeOffset="45561.827">36632 17554 0,'0'-28'0,"0"0"47,0 0-31,0-1 31,0 1 15,0 0-46,0 0 15,0-1-15,0 1-1,0 0 1,0 0-16,0 0 16,0-1 15,0 1 31,0 0-30,-28 0-17,-1 28-15,29-29 16,-28 1-16,0 28 16,28-28-16,-28 28 15,-1-28-15,1 28 0,28-28 16,-28 28-16,-28-29 15,27 1-15,1 28 16,28-28-16,-28 28 0,0 0 16,-1 0-1,1-28 1,0 28 0,0 0-1,0 0 1,-1 0-16,1-29 31,0 29-31,0 0 16,-1 0-16,1 0 15,-28 0-15,-1 0 16,1-28-16,28 28 0,-29 0 16,1 0-1,28 0-15,-29 0 0,1-28 16,27 28-16,-55 0 15,56 0-15,-1 0 0,-27 0 16,28 0-16,-1 0 16,-27 0-1,28 0-15,-29 0 16,29 0 0,0 0-16,0 0 0,-29 0 15,1 28 1,28-28-1,-1 0-15,1 0 0,0 0 16,0 28-16,-1-28 16,1 0-1,0 0 1,28 29-16,-28-29 16,0 0-1,-1 28 1,1 0-16,0 0 15,-29 1 1,1-1 0,28-28-16,0 56 15,-1-56-15,1 28 16,0 1 0,0 27-16,-1-28 15,1 1-15,0 27 16,0-56-1,0 28-15,28 0 0,-29 1 16,1-1-16,28 0 16,-28 29-16,0-29 15,-1 28 1,1-28 0,28 1-16,-28-1 0,28 28 15,-28-27 1,28-1-1,-28 0-15,-1 57 16,29-57 0,0 0-16,0 29 15,0-29-15,-28 0 16,28 0-16,0 0 0,0 1 16,-28-1-16,28 28 0,0 1 15,0-29 1,-28 28-1,28-27-15,0-1 0,-29 0 16,29 29-16,0-29 16,0 0-16,0 28 15,0-27-15,0-1 0,0 0 16,0 29-16,0-29 16,0 0-16,0 0 15,0 29-15,0-29 16,0 0-16,0 0 0,0 1 0,0-1 15,0 0-15,0 28 16,0-27-16,0-1 0,29 0 16,-29 0-16,0 1 15,0-1-15,0 0 0,0 28 16,28 1-16,-28-1 16,28-27-1,-28 27-15,0-28 16,0 29-1,0-1-15,28-56 0,-28 28 0,0 29 16,29-29 0,-1 0-16,-28 0 0,0 1 15,0-1-15,28-28 0,-28 28 16,56 29-16,-27 27 0,-1-56 16,0-28-16,-28 29 15,0-1-15,28-28 16,1 0-16,-1 0 0,-28 28 15,56 0 1,-56 1-16,57-29 16,-29 0-1,0 0-15,0 0 16,1 0 15,55 28-31,-56-28 0,1 28 16,-1-28-1,0 0-15,29 0 16,27 28 0,29-28-16,-56 0 15,84 0 1,-57 0-16,-27 0 0,27 0 16,29 0-16,85 0 15,-85 0-15,-85 0 16,28 0-16,1-28 0,-29 28 15,0 0-15,1-28 0,-1 28 0,28-28 16,1-1-16,-1-27 16,1 28-16,-29-29 15,28 29-15,-28 0 0,29 0 16,-1-29 0,-27 1-16,27-1 15,0 29-15,1-57 16,-29 29-16,-28-1 15,28 57-15,1-84 16,-1 27-16,0 57 16,0-56-16,-28-1 0,28 29 15,1-56 1,-1 27-16,0-28 16,0 29-16,-28 0 15,0 27-15,29-27 16,-1 28-16,-28-29 15,0 1-15,0-29 16,0 57-16,0-29 16,0 1-16,0 0 15,0-1-15,0-28 16,0 29-16,0-29 16,-28 29-1,28-1-15,0 29 0,0 0 16,-29 0-16,-27-29 15,56 29-15,0 0 16,-57-29-16,57 29 0,0 0 16,-56-28-1,28 56-15,28-57 0,-28 57 16,28-28-16,-29 0 16,-27-29-16,28 29 15,28 0-15,0 0 16,-29-1-16,1 29 15,0-28 17,0 0-32,0 28 0,-29-28 31,29-1-31,-29 1 0,1 28 16,28 0-16,-29-28 15,1 0-15,-1 28 16,29 0-1,-28 0-15,-1-28 16,1 28-16,28 0 0,-29-57 16,1 57-16,-1 0 15,1-28 1,-1 28-16,-55-28 16,83 28-16,1 0 15,0 0-15,0 0 16,-1-29-16,1 29 0,-28 0 15,-1 0 1,29 0-16,-28 0 16,27 0-16,1 0 0,0 0 15,0 0-15,-29 0 0,1 0 16,28 0-16,-1 0 16,-55 0-16,27 0 15,57 29-15,-56-1 16,-1-28-16,29 28 15,-28-28-15,-29 85 16,29-29-16,27-56 16,-55 85-16,27-29 15,1 1 1,28-57-16,28 28 0,-29 28 16,1 1-16,0-1 15,0-27-15,0 27 16,-1-28-16,1 29 15,28-29-15,-28 57 16,28-57-16,0 28 16,-28-28-16,28 29 15,0-29-15,0 0 16,0 29-16,-29-1 16,29 29-1,0-57 1,0 29-16,0-29 15,0 0-15,0 0 0,0 29 16,0-29 0,0 0-16,0 29 0,0-29 15,29 28-15,-29 1 16,28-29-16,-28 0 16,0 29-16,28-1 15,0-28-15,-28 0 16,0 1-16,29-1 0,-29 0 15,28-28-15,-28 28 16,0 1-16,28-1 16,-28 0-16,28 0 15,-28 0-15,28 1 0,-28-1 16,0 0-16,29 57 16,-1-57-16,0 28 15,-28 1 1,57-29-16,-29 29 15,0-29-15,-28 0 16,28-28-16,0 85 16,29-57-1,-57 0 1,28-28 0,0 28-16,-28 1 15,29-29 1,-1 28-1,0-28 1,-28 28 0,28 0-1,0 0 1,1-28-16,-1 0 16,0 29-1,0-1-15,29-28 0,-1 0 16,-28 0-16,1 0 0,27 0 15,-28 0 1,1 0-16,-1 0 0,0 28 16,0-28-16,29 0 0,84 28 15,-113-28 1,28 0-16,29 0 16,28 0-16,-57 0 15,1 0-15,-1-28 16,29 28-16,-57 0 15,0 0-15,1-28 16,-29 0-16,56 28 16,1-85-1,-29 57 1,-28 0-16,28-1 0,0-27 16,0-1-1,29 29-15,-57-28 16,56 28-16,-56-1 0,0-27 15,29 28-15,27-29 16,-56 29 0,56-28-16,1-1 15,-29 1-15,29-1 0,-1-27 16,-28-1-16,-28 28 16,85-27-1,-29-1 1,-56 57-16,57-57 15,-57 57-15,0 0 0,28-29 16,-28 29-16,28-57 16,0-56-1,-28 113-15,0-28 16,0 27-16,0 1 16,0-56-16,0 27 15,0 29-15,0 0 0,0-1 16,0-27-16,0 0 15,-28 27-15,28-27 16,-28-1 0,0 1-16,28 28 0,-28-29 15,28 29-15,-29-28 0,1-1 16,0 29-16,28 0 16,-57-29-16,29 29 15,-28-28-15,56 27 16,-28 29-1,-1 0-15,29-28 0,0 0 16,-28 28-16,0 0 0,28-28 16,-28 0-1,-1-1-15,1 29 0,-28-56 16,28 56 0,-1-28-16,1 28 15,0-29-15,-29 1 16,1-28-16,28 56 15,0 0 1,-29-28-16,29-1 16,0 29-16,-1 0 0,-27 0 15,0-28-15,27 28 16,1 0 0,0-28-16,0 28 15,-1 0-15,1-28 16,0 28-1,-85 0 1,57 0 0,27 0-16,-27 0 0,28 0 15,-29 0-15,1 0 16,-29 56-16,29-56 16,-29 0-16,57 0 0,-85 57 15,85-29-15,-29-28 16,-56 28-16,57 0 15,-57 0-15,28 57 16,29-57-16,-113 85 16,140-85-1,1 1-15,0-1 0,0 0 16,0 0 0,-1 57-16,1-85 15,0 56-15,0 1 16,28-1-16,-29 1 15,1-29-15,0 28 16,28-27-16,0 27 16,0 1-1,0-29-15,0 28 0,0 1 16,0-29-16,0 28 16,0 1-1,0-29-15,0 28 0,-28 1 16,28-1-1,0 85 1,0-112-16,0 27 16,0-28-16,0 1 15,0-1 1,0 0-16,0 0 16,0 0-16,0 1 15,28-1-15,-28 0 16,0 0-16,28 1 0,-28-1 15,0 0-15,28-28 16,-28 28 0,29 0 15,-1-28-15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0:55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28165 20094 0,'28'0'63,"113"0"-47,-56 0-1,-28 28-15,84 1 16,113-29-16,-29 28 15,-55-28-15,168 28 16,170 0 0,-282 1-16,-28-29 0,84 0 15,339 0-15,-198 0 16,113 0 0,-423-29-16,57 1 0,-86 28 0,170-56 0,-84 27 15,140-55-15,-84 27 0,0 29 16,141 0-16,-170-29 15,-140 57-15,140-56 0,-112 28 16,84 0-16,-112 28 16,55-29-16,-27 1 0,-28 0 15,-29 28-15,56-28 16,1-1-16,-28 1 16,-29 28-16,56-28 0,-27 0 15,-29 0-15,29 28 16,-29 0-1</inkml:trace>
  <inkml:trace contextRef="#ctx0" brushRef="#br0" timeOffset="9456.46">30141 18768 0,'-57'0'78,"29"0"-78,28-28 0,-28 28 16,0 0-16,-1 0 15,1 0 1,0 0-16,-29 0 15,29 0 1,0 0 0,0 0-16,0 0 15,-1 0-15,1 0 16,0 0-16,0 0 0,-1 0 16,1 28-1,0-28 1,-28 0-16,27 0 0,1 0 15,-28 0 1,27 0-16,1 28 16,0-28-16,-28 0 15,27 0-15,1 0 16,0 0 0,28 28-16,-57-28 15,29 0-15,0 0 16,0 0-16,0 0 15,-1 0-15,-27 0 16,28 0-16,-1 0 31,1 0-31,0 0 16,-57 0 15,57 0-31,-28 0 16,27 0-16,1 0 0,0 0 0,-28 0 15,27 0-15,-27 0 16,-1 28-16,29-28 16,0 0-16,0 0 0,0 0 15,-1 0 17</inkml:trace>
  <inkml:trace contextRef="#ctx0" brushRef="#br0" timeOffset="10596.289">28363 18486 0,'0'28'47,"-29"0"-31,1-28-1,0 0 1,0 28-16,0 0 16,-1 1-1,1-29 1,-28 56-1,27-56-15,1 0 16,28 28 0,0 1 15,-28-1 0,0-28-15,28 28-1,-28 0 1,28 0 0,0 1 77,56-29-77,-28 0 0,0 28-1,1-28 1,-1 0 0,0 0-16,-28 28 15,28-28-15,1 0 16,-29 28 15,28-28-31,0 0 16,0 29-1,-28-1 17,28-28-32,1 0 31,-29 28-16,28 0 1,0 0-16,0 1 16,1-29-1,-1 28 1,0-28 31</inkml:trace>
  <inkml:trace contextRef="#ctx0" brushRef="#br0" timeOffset="14139.445">30366 16341 0,'0'-29'0,"-56"-27"15,0 56-15,27-28 16,-27 0-16,-1-1 16,-27 1-16,27 0 15,-27 28-15,-29-57 16,56 29-16,1 28 16,28 0-16,-1 0 15,29-28-15,-56 28 0,28 0 16,28-28-16,-28 28 0,-1 0 15,1 0-15,-28 0 16,27 0-16,1 0 16,0 0-16,0 0 15,-29 0 1,29 0-16,-28 0 16,27 0-16,1 0 0,-56 0 15,27 28-15,-56 0 16,57-28-16,-29 0 15,57 0-15,-29 57 16,-27-29-16,56-28 0,-29 0 16,1 28-16,27 0 15,1-28-15,-28 57 16,-1-57-16,29 28 16,0 0-16,-29 0 15,-27 29-15,84-29 16,-113 57-1,85-57-15,28 0 0,-29 0 0,-55 29 16,56-29-16,-1 29 16,1-57-16,0 56 0,0-56 15,-1 85-15,1-85 16,0 28-16,-28 57 16,-1-29-16,29 0 0,0-27 15,-1 27-15,1-28 16,0 1-16,28-1 0,0 0 15,-28 0-15,28 29 16,-28-57-16,28 56 16,0-28-16,0 1 0,-29-1 15,29 28-15,-28-28 16,0 29-16,28-1 16,0 29-16,0 0 0,0-57 15,0 0-15,0 57 16,0-1-16,0-27 0,0-29 15,0 57-15,0-57 16,0 28-16,0-27 16,0 27-16,0 1 15,0-29-15,0 28 16,0-28-16,0 1 0,0-1 16,0 28-16,0 1 15,28-29-15,0 28 16,-28 57-1,0-84-15,29-1 16,-29 0-16,28-28 16,-28 56-16,0-27 0,0-1 15,28 0-15,0-28 16,-28 28-16,28 1 16,-28 55-1,29-56-15,-1 1 0,0 27 16,29 1-16,-29-1 15,0 0-15,0-56 16,29 57-16,-57-29 16,56 29-16,1-1 15,-29-28-15,28 29 16,-28-57-16,29 28 16,-1 28-16,-27-56 15,27 29-15,0-1 16,-27-28-16,27 28 15,-28-28-15,29 28 16,-29-28-16,57 0 16,-57 0-16,28 0 0,1 0 15,-1 28-15,-28-28 16,29 0-16,-1 0 16,-27 0-16,27 0 15,-28 0 1,0 0-16,1 0 0,-1 0 15,0 0-15,0 0 16,1 0-16,55-28 0,-56 0 16,1 28-16,27-28 0,-28 28 15,29-57-15,-29 57 16,28 0-16,29-56 16,-28 56-16,-29-28 15,0 28-15,0-29 0,0 1 16,1 28 15,-29-28 0,28 0-31,0 28 16,0-57-16,1 29 16,27-57-16,0 57 15,-56 0-15,29-28 0,27 27 16,-56-27-16,28-29 15,1 85 1,-29-56-16,28-1 16,-28 29-1,28 0-15,0 0 16,-28-29-16,57-27 16,-57 55-1,0 1-15,28 0 16,0 0-16,0-1 0,-28 1 15,0 0-15,29 0 16,-29 0-16,28-1 0,0 1 16,-28 0-16,28 0 15,-28-1-15,0 1 16,57-28-16,-29 56 0,-28-85 16,28 29-1,0 27 1,-28 1-16,29 0 0,-29 0 15,28 0-15,0-1 16,-28 1-16,0 0 16,0 0-16,28-1 15,-28 1 1,28 0-16,-28 0 16,0 0-1,29-1-15,-1-27 16,-28 28-16,28-29 0,-28 29 15,28 0-15,-28-29 16,0 29-16,29 28 16,-29-28-16,0 0 0,0-1 31,0 1-31,28 0 0,0 0 31,-28 0-15,28-1-16,-28 1 0,0 0 15,0 0 17,28-1-17,-28 1 1,0 0-16,0 0 16,0 0-16,0-1 15,29 1 1,-29 0-16,0 0 31,0-1-31,0 1 16,0 0-1,0 0-15,0 0 16,0-29 0,0 29-1,0 0 1,0-1-16,-29-27 15,29 28 17,0 0-17,-28 28 1,0-29 15,28 1-31,-28 0 16,28 0-1,-28-1 17,-1 1-17,29 0 1,0 0-16,-28 28 16,0-28-1,28-1-15,-28 29 16,-1-28-1,1 0 17,28 0 15,-28 28-16,0-29-31,0 1 15,-1 28 1,1-28 15,28 0-15,-28 28 0,0 0-16,-1 0 15,1 0 16,0 0-15,0 0 31</inkml:trace>
  <inkml:trace contextRef="#ctx0" brushRef="#br0" timeOffset="18993.393">30536 19332 0,'0'-28'156,"-28"28"-156,-1 0 0,-112-28 16,113 28-1,-28 0-15,27 0 0,1 0 16,-85 0 0,85 0-16,0 0 15,0 0 1,-1 0 0,1 0-16,0 0 15,0 0-15,-1 0 16,-112 0-16,85 0 15,28 0 1,-1 0-16,-55 0 0,56 0 16,-57 0-16,57 0 15,-29 0-15,1 0 16,28 0 0,-1 0-1,1 0-15,0 0 31,0 0-15,-1 0 15,1 0-31,0 0 0,-28 0 16,27 0-16,-27 0 16,-29 0-16,57 0 15,0 0-15,-29 28 16,-27-28-16,-1 0 15,57 0-15,-85 28 16,28 0-16,57-28 16,-141 29-16,140-29 15,1 0 126,0 0-110,0 0-15,0 0-1</inkml:trace>
  <inkml:trace contextRef="#ctx0" brushRef="#br0" timeOffset="19984.962">28080 19191 0,'0'28'16,"0"1"-1,-56-1 1,28 0-16,-29 28 16,29-27-1,0-1 1,0-28-16,28 28 0,0 0 109,-29-28-93,29 29-16,0-1 16,29-28 77,-1 28-61,0-28-17,0 28-15,1-28 16,-1 0-16,0 0 15,28 28 1,-27 1 0,27-1-1</inkml:trace>
  <inkml:trace contextRef="#ctx0" brushRef="#br0" timeOffset="20756.889">42558 16623 0</inkml:trace>
  <inkml:trace contextRef="#ctx0" brushRef="#br0" timeOffset="127256.314">29181 13942 0,'28'0'32,"1"0"-32,-29 84 15,0 1-15,0-28 0,0 55 16,0 1-1,0 0-15,0-28 16,0-29-16,0 29 0,0 28 16,0-85-1,0 29-15,0 27 16,0-56-16,0 1 16,0 27-16,0-28 0,0 1 15,0-1-15,0 0 16,0 0-16,0 0 15,0 1-15,0-1 16,0 0 0,0 0-1,0 1 1,0-1 0,0 0-1,0 0 1</inkml:trace>
  <inkml:trace contextRef="#ctx0" brushRef="#br0" timeOffset="128713.488">32060 13942 0,'0'28'62,"0"0"-62,0 0 0,0 114 16,0-86-16,0 29 16,0-1-16,0-55 0,0 27 15,0 0-15,0 29 16,0-57 0,0 85-16,0-28 15,0-57 1,0 0-16,0 1 15,0 27 1,0-28 15,0 0 16,0 1 0,0-1-31,0 0-16,0 0 15,0 1 1,0-1 15</inkml:trace>
  <inkml:trace contextRef="#ctx0" brushRef="#br0" timeOffset="129955.666">35080 13716 0,'28'0'47,"-28"28"-47,28 85 16,-28-85-16,28 85 15,0-56 1,-28-1 0,0 85-16,0-56 15,0-29-15,0 85 16,0-56-16,0-28 15,0 27 1,0-27-16,0-29 16,0 28-1,0-27 1,0-1-16,0 0 16,0 0-1,0 0 1,0 1-1,0-1-15,0 0 16,0 0 0,0 1-16,0-1 78,0 0-63</inkml:trace>
  <inkml:trace contextRef="#ctx0" brushRef="#br0" timeOffset="133222.652">40865 14337 0,'28'0'78,"198"0"-62,-141 0-16,-1 0 0,58 28 16,-1 0-16,28 1 15,-56-29-15,84 84 16,-140-56-16,28 29 16,-57-1-16,-28-27 15,0-1-15,0 85 16,-28 0-16,-114 84 15,58-56 1,-57-28-16,-57 56 16,85-112-16,-56 84 15,28-56 1,113-85-16,-114 84 0,1-27 0,-56 27 16,140-55-16,-56 27 15,57-28-15,0 1 16,-1-1-16,57 0 62,85 28-46,-57-27 0,28-1-16,114 57 15,-57-29-15,0 0 0,-1 1 16,114 56-1,-85-29-15,0 58 16,-112-58 0,55 1-16,-84 28 15,0 0-15,0-29 16,0 1-16,-56-29 16,-29 57-16,1-84 15,-142 140 1,85-56-16,56-85 0,57 0 15,-198 85-15,113-56 16,-56 55-16,112-112 16,-27 57-1,55-57-15,1 0 0,0 0 16,28 28-16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1:46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37789 4290 0,'0'-28'0,"-28"28"125,-113 0-110,84 0-15,-197 0 16,28 28-16,1 0 16,140-28-16,-141 28 0,0 0 15,-28 1-15,85-1 0,-85-28 16,0 28-16,-28-28 15,84 57-15,1-57 16,-29 28 0,113-28-16,28 0 0,29 28 15,-29-28-15,29 28 16,-29 0-16,57-28 16,0 0-16,-57 0 15,-56 57 1,28-29-1,57-28-15,-86 28 16,58-28-16,-114 57 16,85-29-16,0 0 0,-28-28 15,57 28-15,-86 1 16,86-1-16,-170 28 0,225-56 16,-55 29-16,-86-1 15,86-28-15,-114 56 16,114-56-1,-86 28-15,86-28 0,-114 57 16,85-29-16,-56 0 16,28 29-1,-29-1-15,86-56 16,-57 28-16,84-28 16,-140 29-1,112-1-15,0 0 0,1-28 16,-1 0-16,0 28 15,1 1-15,-1-1 16,-28-28-16,28 28 16,1 0-16,-1 0 15,29-28-15,-29 29 16,28-1-16,29 0 0,-85 0 16,29 1-16,-114 55 31,170-56-31,-57 1 0,29-29 15,-1 28 1,1 0-16,28 0 0,-57 1 16,57 27-16,-29-28 15,1 0-15,56 1 16,-57 27-16,29-28 16,-28 29-16,56-29 15,-57 28-15,57-27 16,0 27-16,0-28 15,-28 1-15,28 55 16,0-27-16,0 84 16,0-113-16,0 85 15,28-85-15,29 57 16,-1-29-16,1 1 16,-1-29-16,-28 0 15,29 0-15,-1 29 16,-28-29-16,85 28 15,-56-27 1,56 27-16,-29-28 16,86 29-1,-1-1-15,85 1 16,-113-57-16,57 0 16,-1 0-16,-56 0 0,0 0 15,198 0 1,-254 0-16,-29 0 15,-28 0-15,142 0 16,-86 0-16,1 0 0,0 0 16,56 0-16,-85 0 15,114 0-15,-57 0 0,-1-29 16,1 29-16,113-56 16,-113 56-16,56-28 15,-56 0-15,113-1 16,-85-27-1,57 28-15,-114 28 0,283-57 16,-28-27 0,-142 55-16,1-27 15,225 28-15,-112-29 16,-29 29-16,-28-28 16,141-1-1,-226 29-15,57 0 16,-28-1-16,28 1 15,-85-28-15,28 28 16,-56-1-16,-57 1 16,29 0-16,-29 0 15,1 28-15,-1-57 16,-27 29-16,55 0 16,-84 0-16,85-57 15,-57 57 1,0 28-16,-28-57 0,29 29 15,-1 0-15,28-29 0,-56 29 16,28-28-16,29-1 16,-57 29-16,28 0 15,0-29-15,-28 29 16,0 0-16,29 28 0,-1-85 16,0 57-16,0-85 15,0 28 1,-28 1-16,29 27 15,-29 29-15,0 0 0,0-29 16,28 1-16,-28 28 16,0-29-16,0 1 15,0-29 1,0 57-16,0 0 16,0 0-16,0-1 0,0 1 15,0 0 1,0 0-16,0-1 15,0 1-15,0 0 32,0 0-32,0 0 15,-28 28 1,-1 0 0,29-29-1,0 1 16</inkml:trace>
  <inkml:trace contextRef="#ctx0" brushRef="#br0" timeOffset="14966.685">40583 17752 0</inkml:trace>
  <inkml:trace contextRef="#ctx0" brushRef="#br0" timeOffset="20322.304">30705 18316 0,'28'0'156,"1"0"-156,27 0 0,29 0 32,-57 0-32,28 0 0,-27 0 15,27 0 1,-28 0-16,0 0 94,1 0-79,-1 0-15,0 0 0,0 0 16,1 0-1,-1 0 17,0 0-1,0 0-15,0 0-1</inkml:trace>
  <inkml:trace contextRef="#ctx0" brushRef="#br0" timeOffset="21620.816">32737 18288 0,'28'0'62,"1"0"-62,55 0 16,-56 0 0,1 0 30,27 0-30,-28 0-16,1 0 0,-1 0 16,0 0-1,0 0 1,0 0-16,1 0 16,84 0 15,-1 0-16,-83 0-15,-1 0 16,28 0-16,1 0 16,-29 0-1,0 0 1,0 0 0,29 0-16,-29 0 15,0 0-15,1 0 16,-1 0-16,0 0 15,0 0-15,0 0 16,1 0-16,-1 0 16,0 0-1,0 0-15,1 0 16,-1 0-16,0 0 31,0 0 0,0 0 1,1 0-1</inkml:trace>
  <inkml:trace contextRef="#ctx0" brushRef="#br0" timeOffset="28424.4">31326 18316 0,'-56'0'328,"27"0"-328,-27 0 15,-1 0-15,-27 0 16,56 0 0,-29 0-1,29 0-15,0 0 16,-1 0 0,1 0-1,0 0 1,0 0-1,0 0-15,-1 0 16,1 0-16,0 0 16,0 0-1,-1 28 1,1-28-16,0 0 16,0 0-1,0 0 1,-1 0-1,1 0 1,0 0 0,56 0 281,0 0-282,1 0 1,-1 0-1,0 0 1,0 0-16,0 0 31,1 0-31,-1 0 16,0 0 15,0 0-15,1 0-1,-1 0-15,0 0 16,0 0 0,0 0-16,1-28 31,-1 28-31</inkml:trace>
  <inkml:trace contextRef="#ctx0" brushRef="#br0" timeOffset="36934.524">30536 18260 0,'28'0'47,"0"0"-47,29 0 31,-1 0-31,-28 0 16,1 0 0,-1 0-16,0 0 15,0 0 1,0 0-16,1 0 15,-1 0 1,0 0 15,0 0-15</inkml:trace>
  <inkml:trace contextRef="#ctx0" brushRef="#br0" timeOffset="38369.018">32963 18316 0,'28'0'78,"0"0"-78,1 0 16,-1 0-16,0-28 0,57 28 15,-1 0 1,-27 0 0,-29 0-16,0 0 15,0 0-15,29 0 16,-1 0-16,1 0 31,-29 0-15,57 0-1,-29 0 17,1 0-17,-29 0 1,0 0-1,0 0 1,0 0 0,1 0-1,-1 0-15,0 0 16,0 0 0,1 0 15,-1 0-16,0 0 1,0 0 15,0 0-15,1 0 46,-1 0 32</inkml:trace>
  <inkml:trace contextRef="#ctx0" brushRef="#br0" timeOffset="40310.402">30536 18344 0,'56'0'79,"-28"0"-79,1 0 15,-1 0-15,0 0 0,0 0 16,1 0-16,55 0 15,-56-28-15,29 28 16,-29 0-16,0 0 16,1 0-16,-1 0 15,0 0 1,0 0 15,0 0 360,1-28-360,27 28-15,-28 0-1</inkml:trace>
  <inkml:trace contextRef="#ctx0" brushRef="#br0" timeOffset="41530.566">32568 18203 0,'28'0'0,"0"0"0,29-28 15,27 28 1,-27 0 0,-1 0-1,-28-28-15,1 28 16,-1 0-16,0 0 0,29 0 15,-1 0-15,0 0 16,-27 0 0,-1 0-16,0 0 0,0 0 15,1 0-15,-1 0 0,0 0 16,0 0 0,0 0-16,1 0 15,55 0 1,-27 0-16,-29 0 0,28 0 15,-27 0 1,27 0-16</inkml:trace>
  <inkml:trace contextRef="#ctx0" brushRef="#br0" timeOffset="44150.524">43236 13518 0,'28'0'62,"57"-28"-46,-57 28 0,0 0-16,29-28 0,-1 0 0,113 0 15,-112-1-15,112-27 16,0 28-16,1-29 0,197 1 16,-57-29-16,113-28 15,-112 57 1,28-29-16,112-28 15,-28 29-15,29 55 16,-339 1-16,141 0 16,-28 28-16,-85-28 0,0-1 15,-56 29-15,-1-28 16,29 0-16,85 0 16,-57 0-16,-85-1 0,29 29 15,0-28 1,-29 28-16,-28 0 0,0-28 15,29 28-15,28 0 16,-29 0 0,0-28-16,1 28 15,-1-29-15,1 29 16,56-28 0,-57 0-16,85 0 15,-28 0-15,-56-1 16,-29 29-16,0-28 15,28 28-15,-27 0 16,-1 0-16,0 0 16</inkml:trace>
  <inkml:trace contextRef="#ctx0" brushRef="#br0" timeOffset="44890.99">45719 16397 0,'29'0'63,"27"0"-48,142-28-15,-29-29 0,141 1 16,-281 56-16,337-85 0,-112 57 15,254-57-15,-169 57 16,-57-28-16,-28-1 16,-56 1-16,-85 56 15,-29-28-15</inkml:trace>
  <inkml:trace contextRef="#ctx0" brushRef="#br0" timeOffset="45763.604">42389 20828 0,'57'0'31,"225"0"-15,-198 0-16,-55 0 0,168-28 15,57 0-15,0 28 0,113-29 16,28-27-16,29 28 16,-142-1-16,-28 1 15,84-28-15,29-1 0,85 1 16,56-1-16,-254 1 16,254 0-16,-226 56 15,311-85 1,-480 57-16,112-1 0,707-112 15,-848 113-15,1 0 16,-28 28-16</inkml:trace>
  <inkml:trace contextRef="#ctx0" brushRef="#br0" timeOffset="46303.88">43518 24017 0</inkml:trace>
  <inkml:trace contextRef="#ctx0" brushRef="#br0" timeOffset="46942.691">47469 23763 0,'57'0'47,"-57"-28"-47,84 0 0,1-1 16,28-27-16,-29 28 15,58-29-15,337-84 16,-112 28-16,-85 29 16,85-29-1,0-28-15,-141 28 16,-85 56-16,113-27 15,57-29-15,-227 85 16,-27 28-16,-29 0 16,0 0-16</inkml:trace>
  <inkml:trace contextRef="#ctx0" brushRef="#br0" timeOffset="64292.219">36208 14506 0,'0'28'16,"29"-28"-16,-29 29 0,0-1 15,28-28-15,-28 56 16,0-27-16,0-1 16,0 0-16,0 0 15,0 29-15,0-1 0,0 57 16,0-57-16,0 1 16,0-1-16,0-27 15,0 55-15,0-27 16,0-1-16,0 1 15,0-29-15,0 0 16,0 0-16</inkml:trace>
  <inkml:trace contextRef="#ctx0" brushRef="#br0" timeOffset="65359.721">38861 14478 0,'0'28'0,"0"29"0,29 27 16,-29 29-16,56 28 0,-56 29 15,0-57 1,56 84-1,-27-112-15,-29-57 16,0 0-16,0 0 16,0 1-16,28-1 15,-28 0-15,28-28 16</inkml:trace>
  <inkml:trace contextRef="#ctx0" brushRef="#br0" timeOffset="67498.909">33556 14563 0,'-29'0'16,"29"28"-1,0 28 32,0-27-47,0 27 0,0-28 16,0 29 0,0-29-1,0 0 1</inkml:trace>
  <inkml:trace contextRef="#ctx0" brushRef="#br0" timeOffset="68477.411">31270 14591 0,'0'28'31,"0"29"-31,-57 55 16,57 1-1,-56 0-15,27 0 0,1 28 16,-28 0 0,28-28-16,28-56 15,-29 27-15,29-27 31</inkml:trace>
  <inkml:trace contextRef="#ctx0" brushRef="#br0" timeOffset="69780.349">33443 14647 0,'28'0'31,"0"57"-15,-28-29-1,0 28-15,0-27 16,28 27-16,-28-28 16,0 1-16,0-1 15,0 28-15,29 1 16,-29-29-16,0 28 16,0-27-1,0 27-15,0-28 0,0 0 16,0 1-16,0-1 15,0 0-15,0 0 16,0 1-16,0-1 0,0 0 16,28 0-1,-28 0 1,0 1 0,0-1-1,28 0 1,-28 0-1</inkml:trace>
  <inkml:trace contextRef="#ctx0" brushRef="#br0" timeOffset="85266.805">41204 15071 0,'0'28'62,"0"169"-46,0-168-16,-28 55 15,-1-27-15,29 56 16,-56-57-16,56-28 0,0 1 0,-28 27 16,28-28-16,-57 85 15,57-85-15,-28 29 16,0-1-16,0-28 15,28 1-15,0-1 16,0 0 15,0 0 16,28-28-31,0 0-16,0 29 15,0-1-15,114 0 0,83 57 16,-55-29 0,-1-56-16,-28 28 15,28-28-15,-112 0 16,28 0-16,-29 0 0,-28 0 16,29 0-1,-29 0 1,0-28-1,-28 0-15,0 0 0,28-1 16,1-27-16,-1 0 16,-28 27-16,0 1 0,0-28 15,0 27-15,0 1 16,0 0-16,0 0 0,0-29 16,0 29-16,0-28 15,0-29 1,0 29-16,0 27 15,0 1-15,0 0 0,-28 56 110,-114 311-79,86-226-31,0 112 0,-1-27 16,1 0-16,27-57 15,1 28-15,0 29 16,28-114 0,-28 1-16,28 0 0,0-29 15,0-28-15,0 57 16,0-57-16</inkml:trace>
  <inkml:trace contextRef="#ctx0" brushRef="#br0" timeOffset="88014.5">31749 25118 0,'29'0'219,"-1"0"-203,0 0-1,0 0-15,0 0 16,1 0 0,-1 0-16,0 0 0,0 0 15,29 0-15,-29 0 16,0 0-16,0 0 16,57 0-1,-57-28-15,29 28 16,27 0-1,-55 0 1,-1-29 15,0 29-31,0 0 16,1 0-16,-1 0 16,0 0-1,0 0-15,0 0 16,1 0-1,-1 0 1,0 0 0,0 0-1,1 0-15</inkml:trace>
  <inkml:trace contextRef="#ctx0" brushRef="#br0" timeOffset="89325.523">34430 25033 0</inkml:trace>
  <inkml:trace contextRef="#ctx0" brushRef="#br0" timeOffset="90324.528">37422 24977 0,'0'28'0</inkml:trace>
  <inkml:trace contextRef="#ctx0" brushRef="#br0" timeOffset="91355.711">32681 21590 0,'0'28'31,"-29"85"-15,1 0-16,28 0 15,-28 0-15,28 28 16,0-85-16,-28-56 16,28 29 62,0-1-63,0 0 1</inkml:trace>
  <inkml:trace contextRef="#ctx0" brushRef="#br0" timeOffset="92022.431">35164 21505 0,'0'29'16,"0"-1"0,0 28-16,0 29 15,-28 28-15,0-29 16,28-55-16,0 27 0,0-28 0,0 1 15,0-1-15,0 0 16,-28 0-16</inkml:trace>
  <inkml:trace contextRef="#ctx0" brushRef="#br0" timeOffset="92541.458">37253 21788 0,'0'28'31,"0"113"-15,0-113 0,0 57-16,0-57 15,0 28-15,0 1 16,0-29 0,0 0-16,0 1 15</inkml:trace>
  <inkml:trace contextRef="#ctx0" brushRef="#br0" timeOffset="93780.079">38918 23227 0,'28'0'78,"0"0"-62,0 0-16,1 0 15,27 0-15,-28 0 0,57 0 16,-29 28-16,86 29 15,-114-57-15,85 0 16,-85 28-16,0-28 16,29 28-1,-57 0 1,0 0 0,0 1-16,0-1 31,-29 0-31,1-28 15,-28 28-15,-85 29 16,56-57-16,57 0 16,-85 28-16,85-28 15,-1 0-15,-27 0 16,112 28 62,-27 0-78,-1-28 16,28 29-16,1 27 15,27-28-15,1 29 16,0-1-16,28 29 16,-85-57-16,0 57 15,0-57 1,29 85-16,-57-85 15,0 29-15,28-29 0,-28 28 16,0-28 0,0 1-1,0-1 1,-28 0 0,-1-28-16,1 28 15,0-28-15,0 0 16,0 29-16,-29-29 15,1 0-15,-29 28 16,29-28-16,27 0 16,1 0-16,0 0 0,0 0 15,-1 0 1,29-28 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4:25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30931 17441 0,'28'0'93,"29"0"-77,-57-28-16,56 28 0,0-28 16,1 28-16,-1-28 15,-27 28-15,-1 0 16,56 0-16,-27 0 15,-29 0-15,0 0 16,1 0 140,-1 0-140,0 0-16,0 0 31,0 0-15,1 0-1,-1 0 17,0 0-17,0 0-15,1 0 16,-29 28 0,28-28 15</inkml:trace>
  <inkml:trace contextRef="#ctx0" brushRef="#br0" timeOffset="1225.022">33527 17357 0,'29'0'62,"-1"0"-46,0 0 0,0 0-16,0 0 15,29 0 1,-29 0-1,0 0-15,1 0 0,-1 0 16,28 28-16,-28-28 16,29 0-1,-29 0 1,0 0 15,1 0-15,-1 0-1,28 0 17,-28 0-32,1 0 31,27 0-31,-28 0 16,1 0-1,-1 0-15,0 0 31,0 0-31,0 0 0,1 0 16,-1 0 0,0 0 15,0 0 16,1 0-32,-1 0 17,0 0-17,0 0 63,0 0-46</inkml:trace>
  <inkml:trace contextRef="#ctx0" brushRef="#br0" timeOffset="6636.1">35080 14393 0,'-85'-28'266,"-226"-28"-251,170 27 1,-113-27-16,170 56 0,-283-56 16,28-1-16,29 1 15,-29-1-15,0 29 16,226 28-16,-282-28 16,28 28-16,170 0 15,112 0-15,-338-28 16,310 28-16,-282 0 15,226 0-15,-114 0 16,114 0-16,0 28 16,112-28-16,-197 84 15,170-55-15,27-1 16,-84 28 0,28 1-16,57-57 15,-142 113-15,57-29 16,56-27-16,29-29 15,-1 0-15,1 29 16,28-29 0,0 0-16,-1 0 0,29 29 47,0-29-47,0 198 31,0-198-31,-28 113 15,28-84-15,0 27 0,0 29 16,28-28-16,1 84 16,-1-112-16,-28-29 15,113 198 1,-113-198-16,113 226 16,-57-113-16,29-28 15,-57-57-15,0 29 16,29-29-16,-29-27 0,0 27 15,0 0 1,57 1-16,-57-29 0,29 57 16,84-1-1,-85-27-15,-28-29 0,57 29 16,113 27 0,-86-27-16,-27-29 15,-57 0-15,85 29 16,-28-1-16,28 0 15,0 1-15,-29-29 16,57 29-16,57 27 16,-57-56-16,226 57 15,-254-57-15,-28 1 16,-29-1-16,0-28 16,1 28-16,84 0 0,-85-28 15,29 0-15,-28 28 0,112 29 16,-113-57-1,85 0-15,-84 28 16,84 0 0,-56-28-16,-29 0 0,1 0 15,55 0-15,-55 0 16,-29 0-16,29 0 16,-1 0-16,-28 0 15,85 0-15,-56 0 0,27 0 16,1 0-1,-57 0-15,29 0 0,225 0 16,-169 0-16,56 0 16,-28 0-16,-56-28 15,28 28-15,0 0 0,28 0 16,-57 0-16,57-56 16,-84 56-16,-1 0 15,1-29-15,-29 29 16,57-28-16,-29 0 15,-28 28-15,1-28 16,27 0-16,-28-1 16,-28 1-16,28 28 0,1 0 15,-1-56-15,0 27 16,0 29-16,-28-56 0,29 28 16,-1-29-16,0 29 15,28-57 1,1 29-16,28-29 15,-85 57-15,56-57 16,0 29-16,-27 0 16,27-29-16,1-56 15,-29 113-15,28-114 16,-28 114-16,29-85 16,-29 85-1,29-57-15,-57 57 0,56-28 16,-56 28 15,85-142-31,-57 86 16,-28 55-16,0-27 0,0-1 15,0-27-15,0 56 16,0-57-16,0 0 16,0 57-16,0-28 15,0-29-15,-57-28 16,57 85-16,0 0 15,0-1-15,-28-27 0,0 28 16,0-29 0,0 29-16,-1 0 0,29 0 15,-28 28-15,-28-57 16,27 29-16,1 28 16,0-28-16,0-1 15,0 29 1,-1-28-16,29 0 15,-56 0-15,28 0 16,-1-1-16,1 1 16,0 0-16,0 0 15,0 28-15,-1-29 16,1 1-16,0 0 0,-29-28 16,1 27-1,28 29-15,0-28 16,-1 28-16,1-28 15,0 0-15,0-1 16,-1 29 0,1 0-16,0 0 62,0-28-46,0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5:19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38099 18768 0,'29'0'422,"-1"0"-422,198 0 31,-142 0-31,-27 0 16,-1 0-16,-28 0 15,1 0-15,-1 0 16,0 0 0,0 0-1,0 0 17,1 0-17,-1 0 1,0 0-16,0 0 15,1 0 1,-1 0-16,0 0 16,57 0-16,-29 0 15,-28 0 1,1 0-16,-1 0 0,0 0 16,0 0-16,0-28 31,1 28-16</inkml:trace>
  <inkml:trace contextRef="#ctx0" brushRef="#br0" timeOffset="1025.681">40809 18711 0,'28'0'62,"0"0"-62,57 0 16,-29 0-1,1 0-15,-29 0 16,28 0-16,1 0 16,27 0-16,-27 0 15,-1 0-15,29 0 16,-29 0-16,29 0 15,-57 0-15,29 0 0,-29 0 16,28 0-16,1 0 16,-29 0-16,0 0 15,1 0 1,-1 0 0,0 0-1,0 0 1,0 0 15</inkml:trace>
  <inkml:trace contextRef="#ctx0" brushRef="#br0" timeOffset="8919.016">48090 14845 0,'-85'0'0,"1"0"0,27 0 0,-56 0 0,29 0 15,-29 0-15,28 0 0,-254 28 16,170-28-16,28 28 0,-85 1 16,85-29-16,-56 28 15,27 0-15,29-28 16,56 28-16,1-28 15,27 0-15,29 28 16,0-28-16,0 0 16,28 29-1,-29-29-15,1 0 16,0 56-16,-28-28 16,-1 1-1,29-1-15,-29 28 0,1-56 16,28 57-1,0-29-15,-57 28 16,28-27-16,1 27 16,0 0-16,-1-27 15,29 27-15,-57 29 16,57-57-16,-28 85 16,27-57-16,29-27 15,0 27 1,0 0-16,0-27 0,0-1 15,0 0-15,0 0 0,0 1 16,0-1-16,29 0 0,83 85 16,-27-85-16,-28 0 15,140-28-15,-84 29 16,56-1-16,-112-28 0,27 0 16,255 0-16,-113 0 15,-85 0-15,28 0 16,85 0-16,-84 0 15,27 0-15,57 0 0,-169 0 16,169-28-16,-113-1 16,-85 29-16,57-56 0,-56 28 15,-29-1-15,28-55 16,-27 56-16,27-29 16,-28-28-16,1 1 0,-1 27 15,0 1-15,0-29 16,-28 57-16,28-57 15,-28 29 1,0 28-16,0-1 16,0 1-16,0 0 15,0 0-15,0 0 16,0-1-16,0 1 16,-28 0-1,0 28-15,0-85 16,-85 85-16,56-56 15,1 28 1,28-1-16,-29 1 16,29 0-16,0 0 0,-29-1 15,29 1 1,0 28-16,0-28 0,0 28 16,-1-28-16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8:22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48259 16482 0</inkml:trace>
  <inkml:trace contextRef="#ctx0" brushRef="#br0" timeOffset="13034.235">37224 19953 0,'29'0'78,"-1"0"-78,0 0 0,-28-28 16,57 28-16,-29 0 0,0 0 15,28 0-15,-27 0 0,-1 0 16,0 0-16,0 0 0,29 0 16,-1-28-16,29 28 15,-57 0 1,29 0 0,-29 0-16,0 0 15,0 0 32,0 0-31,-28-29-1,29 29-15,-1 0 16,0 0 0,0 0 15,1 0-16,-1 0 32,0 0-15,0 0-17,0 0 1,1 0-1,-1 0 1,0 0 0,-28-28 265,-28 28-265,0 0-1,-1 0-15,1 0 16,0 0 15,0 0-31,0 0 16,-1 0-16,1 0 0,0 0 15,0 0 1,-29 0-16,-27 0 16,27 0-16,29 0 15,-29 0-15,29 0 0,0 28 16,-28-28-16,27 0 15,1 0 17,0 0 30,0 0-15,-1 0-31,1 0-16,28 29 15,-28-29 1,0 0 0,0 0 140,-1 0-125,-27 0-31,-1 0 16,29 0-1,0 0 1,56 0 234,0 0-250,85 0 16,-84 0-16,-1 0 15,28 0-15,1 0 16,84 0-16,-85 0 15,1 0-15,56 0 16,-85 0-16,28 0 16,-28 0-16,1 0 15,-1 0-15,0 0 0,0 0 32,-56 0 139,-57 0-155,29 0-16,28 0 16,-57 0-16,0 0 15,57 0-15,0 0 16,-57 0-16,57 0 16,0 0-16,0 0 0,-1 0 15,1 0 1,0 0 15,0 0-15,0 0-1,-1 0 17,1 0-17,0 0-15,0 0 16,-1 0-1,1 0 17,0 0 15,84 0 78,-27 0-125,27 0 0,1 0 0,27 0 15,1 0-15,56 0 16,-28 0-16,-28 0 15,-1 0-15,29 0 0,28 0 16,-84 0 0,27 0-16,-27 0 15,-29 0-15</inkml:trace>
  <inkml:trace contextRef="#ctx0" brushRef="#br0" timeOffset="14569.857">34628 20038 0,'28'0'93,"57"0"-77,-57 0 0,29 0-16,-29 0 0,0 0 15,0 0-15,0 0 16,1 0-16,27 0 0,-28 0 15,1 0-15,-1 0 16,0 0 0,0 0-16,0 0 15,1 0-15,-1 0 16,0 0 0,0 0-16,1 0 15,-1 0 1,0 0 15,0 0-15,0 0 15,1 0 16,-1 0-32</inkml:trace>
  <inkml:trace contextRef="#ctx0" brushRef="#br0" timeOffset="18272.091">38579 1101 0,'-56'0'47,"-1"0"-31,-84 0-16,28 0 0,-592 0 15,281 0 1,-55 28-16,-368 28 15,-536-27 1,677-1 0,29 0-16,-28 28 15,620-56-15,-254 0 16,170 29-16,-57-29 16,-113 56-16,114 1 15,-1-29-15,113 28 0,-28-28 16,84 1-16,1-1 15,28 0-15,0 0 16,-57 57-16,57-57 16,-57 57-1,29-29-15,-1 85 0,-28-56 16,-27 28-16,27 0 16,-84 141-1,84-141-15,0 28 16,-84 56-16,28-27 15,56-1-15,-56 0 16,56-56-16,-28 0 16,1 0-16,-58 85 15,114-85 1,-1-29-16,1 1 0,-29 0 16,57 56-1,-28-85-15,27 57 16,-55 113-1,84-170-15,-29 1 0,-27 27 16,28 86-16,-29-86 16,29 86-16,0-86 15,-29 114-15,57-113 16,-56 56-16,0 0 16,27 0-1,1-85-15,0 85 16,0-56-16,28 28 15,0-85-15,0 0 0,-29 170 16,29-113-16,0 56 16,0-85-16,0 29 15,0 0-15,0-1 0,29 86 16,-1-142-16,28 85 0,-56-57 16,57 1-16,-29-1 0,28 0 15,1 29-15,28-28 16,-1 55-1,29-55-15,-28-29 16,197 113-16,-84-56 16,-170-85-16,169 56 15,-27 29-15,27-29 0,1-27 16,-29-1 0,113-28-1,-112 0-15,366 0 16,-254 0-16,-141 0 15,141 0-15,-197 0 16,169-28-16,-85-1 0,29 1 16,-57-28-16,57 28 15,27-1-15,1-27 0,28-1 16,-28 1-16,56 0 16,-141-1-16,29 1 15,-57 27-15,141-83 16,-113-1-1,113-28-15,28-1 16,-141 30-16,85-30 16,28-27-16,-85 56 15,170-113-15,-226 114 16,56-1-16,0-28 16,29-29-16,28 1 15,-170 141-15,170-113 16,-170 112-16,-27 29 0,140-141 15,-113 113-15,-27 0 0,83-85 16,-27 56-16,0-27 0,28-57 16,-29 28-16,1 0 15,-29 56 1,29-112-16,0 56 16,-29 0-16,-28 0 15,1-28-15,27 0 16,1-85-16,-57 57 15,0 84-15,0 1 0,0-57 16,28 0-16,0-1 16,0-55-16,0 112 15,-28-56-15,0 85 16,0-85-16,0 56 16,0 28-16,0 1 15,0-29-15,0 29 16,0 28-16,0-29 15,0 1-15,0-29 16,0 57-16,0 0 16,0-29-16,0 1 15,0 28-15,0-57 16,-28 85-16,28-28 16,0-1-16</inkml:trace>
  <inkml:trace contextRef="#ctx0" brushRef="#br0" timeOffset="20184.985">38636 17611 0,'0'28'110,"-29"28"-95,-55-27-15,-86-1 16,114 28-16,-29-28 0,-112 57 16,140-57-16,-140 29 15,84-1-15,-85 57 16,142-56-16,-57 55 16,85-112-16,-57 57 15,57-1 1,-29 29-16,29-29 15,28-27-15,-28 27 16,0-28-16,28 29 16,-29 56-1,29-85-15,0 0 0,-28 0 0,28 57 16,0-57-16,0 0 0,0 29 16,0-29-16,-28 29 0,28-29 15,0 28-15,0 1 16,0-1-16,0 29 15,0-29-15,0 1 0,0-1 16,0 57-16,28-28 0,-28-29 16,28 29-16,1 28 15,27-85-15,-28 57 16,1-29-16,-1 0 16,0-27-1,28 27-15,-27-28 16,-1 29-1,0-29-15,29 0 0,-57 0 16,28 1-16,28-1 16,29 0-16,-57 0 15,29-28-15,-29 0 16,0 0-16,28 0 16,1 0-16,28 0 15,-57-28-15,85 0 16,-57-29-16,1 29 15,-1-28-15,29-1 16,-29-27-16,29-1 16,-85 29-16,28 27 15,0-27-15,0 28 0,1-29 16,27-27-16,-28-29 16,57 56-16,-85-27 0,141-114 15,-141 142-15,28-29 16,29 0-16,-29-28 0,-28 57 15,0-29-15,28-28 0,0 0 16,-28 57-16,29-113 16,-29 84-1,0 29-15,0-1 16,0 29-16,0-29 0,0-27 16,-29 56-1,29-1-15,-28 1 16,28 0-1,-28 28 1,0-28 0,0 28 15,-1-29-15,29 1-1,-28 28-15,0 0 16,0-28-16,-1 0 15</inkml:trace>
  <inkml:trace contextRef="#ctx0" brushRef="#br0" timeOffset="21588.17">36321 20630 0,'-28'29'62,"-141"27"-46,169-28-16,-85 1 15,-28 55-15,-28-56 16,0 57-16,-28-57 16,-85 57-1,169-57 1,29 0-16,-1-28 16,29 0-16,0 0 15,-1 0 1,1 0-16,0 0 15,-28 0 1,-1 0-16,29 0 16,-29 0-16,29 0 0,-56-28 15,27 28 1,29-28-16,-29 28 16,1 0-16,28-28 0,-29 28 15,57-28-15,-28 28 16,0 0-16,0 0 15,-1 0 1,29-29 31,0 1-16,0 0 16,0 0-31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6-01T15:39:00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51900 21703 0</inkml:trace>
  <inkml:trace contextRef="#ctx0" brushRef="#br0" timeOffset="14031.883">29887 19530 0</inkml:trace>
  <inkml:trace contextRef="#ctx0" brushRef="#br0" timeOffset="17681.518">29689 20376 0,'28'0'47,"1"0"-47,55 0 31,-56 0-31,1 0 16,-1 29 0,0-1-1,0-28-15,1 0 16,-1 0-1,0 0 1,0 0 0,0 0-1,1 0 1,-1 0-16,0 0 0,0 0 16,29 0-16,-1 0 15,1 0 1,-29 0-16,0 0 15,0 0 17,1 0-1,-1 0 47,-28 28 281,-28-28-343,-1 0-16,1 28 31,-28-28-15,27 0-16,-27 0 16,28 0-16,0 0 15,-29 0 1,29 0-16,0 0 15,-1 0 1,1 0 15,0 0-15,0 0-16,0 0 16,-1 0-1,1 0 1,0 0-1,0 0-15,-29 0 16,29 0 31,0 0-16,0 0 282,-29 0-298,1 0 1,27 0 0,1 0-16,0 0 15,56 0 220,0 0-220,1 0 1,-1 0-1,0 0-15,0 0 16,1 0 0,-1 0-1,0 0 1,0 0 0,0 0 15,1 0-31,-1 0 15,0 0 1,0 0 0,1 0 202,27 0-202,-28 0-16,0 0 16,1 0-1,-1 0 157,0 0-156,0 0-1,1 0 1,-1 0 15,-28-28-15</inkml:trace>
  <inkml:trace contextRef="#ctx0" brushRef="#br0" timeOffset="24002.909">32455 20602 0,'28'-28'156,"29"0"-141,-1 28 1,-28 0-16,0 0 0,29 0 16,-29 0-1,0 0-15,1 0 16,-1 0-16,0 0 16,0 0-1,29 0-15,-1 0 16,-28 0-16,29 0 15,-29 0 1,0 0-16,0 0 16,1 0-16,-1 0 0,28 0 15,-27 0-15,27 0 16,0 0 0,-27 0-1,-1 0-15,0 0 16,-56 0 78,-29 0-79,29 0-15,-28 0 16,28 0-16,-1 0 0,1 0 15,-28 0 1,-57 0-16,28 0 16,57 0-16,-29 0 0,1 0 15,0 0 1,-1 0-16,29 0 16,0 0-16,-29 0 15,29 0-15,0 0 0,0 0 16,-1 0-1,1 0-15,56 0 172,1 0-156,-1 0-16,0 0 16,0 0-16,29 0 15,-29 0 1,28 0-1,-27 0-15,-1 0 16,0 0-16,0 0 16,0 0-16,1 0 31,-58 0 172,1 0-187,0 0-16,0 0 0,0 0 15,-1 0-15,-84 0 16,85 0-16,-28 0 16,28 0-16</inkml:trace>
  <inkml:trace contextRef="#ctx0" brushRef="#br0" timeOffset="28860.501">34233 18288 0,'0'-28'93,"0"0"-93,-85-1 0,-28-55 16,85 84 0,-57-57-16,29 29 15,-29 0-15,-28-57 16,1 29-16,55 27 15,29 29-15,-141-56 16,84 0-16,0 27 16,1 29-16,27-56 15,-28 56-15,-56-57 16,57 57-16,27-28 16,1 28-16,28-28 15,-1 28-15,-27 0 16,-29 0-1,1 0-15,55 0 0,-55 0 0,55 0 16,-55 0-16,56 0 16,-85 0-16,0 0 0,-57 0 15,1 0-15,0 0 16,56 0-16,28 0 16,1 0-16,55 0 0,-140 0 15,84 0-15,-56 0 16,57 28-16,-86 0 15,86 1-15,-1-29 16,-28 28-16,28 0 16,1 0-16,-1 1 15,0-1-15,-28 0 16,29 0-16,-142 57 16,113 0-1,-28-57 1,56 56-16,-28-27 15,85-1-15,0-56 0,-57 57 16,29-29-16,-1 28 16,-55 29-16,83-28 15,-55 27-15,27-27 16,1 56 0,-1-57-16,29 29 15,0-29-15,0-28 16,28 1-16,0-1 15,-29-28-15,29 28 16,-28 57-16,0 56 31,0-85-31,28 1 0,0 56 16,-28-29-16,-1 29 16,29-28-16,0-29 15,-28 1-15,28-29 16,0 57-16,0 27 15,0 1-15,0-84 16,0 55 0,0-27-16,57-1 15,-57 1-15,28-1 0,0 29 16,28-1 0,29 29-1,-28-56 1,27 27-16,-27-55 15,-1 27-15,1 0 16,-29-27-16,56-1 16,-27 0-16,-1 0 15,-27 1-15,27-1 16,0 0-16,1 0 0,-29-28 0,0 0 16,85 57-16,0-29 15,-56 0-15,-29-28 0,0 0 16,57 28-16,28 1 0,-29-29 15,-27 28-15,84 0 16,0 0-16,0-28 16,0 28-1,-113-28-15,85 29 0,0-29 0,0 0 16,-28 0 0,56 0-16,-85 28 0,57-28 15,-28 0-15,-1 0 16,-55 0-16,27 0 0,29 0 15,-29 0-15,-28 0 0,57 0 16,0-28-16,-29 28 16,57-29-16,-56 29 15,-29 0-15,28 0 16,29-28-16,84 28 16,-141 0-16,1-28 15,55 0-15,-55 28 16,140-57-16,-113 57 15,85-56 1,-84 56-16,-1-57 16,1 57-16,-29-28 0,28 0 15,-27 28-15,27-28 16,-28 0-16,1 28 0,27-29 16,-28 1-16,0 0 15,1 0-15,55-29 16,-55 29-16,27-28 15,29-1-15,-1-28 16,-27 1 0,-1 56-16,1-29 15,-29 1-15,28 27 16,-27-27-16,-1 28 16,28-29-16,-56 29 15,28 0-15,1 28 0,-29-85 16,28 85-16,-28-56 15,56-29-15,-56 57 0,0-29 16,29-55 0,-1 55-16,0 1 0,-28-29 15,0 29-15,28 27 0,0-27 16,-28-1-16,29 1 16,-29-29-16,0 29 15,0-1-15,28 1 16,-28 28-16,0 0 15,0-1-15,0 1 0,0 0 16,0 0-16,0-1 16,0 1-1,0 0 17,0 0-1,0 0-16,0-1 17</inkml:trace>
  <inkml:trace contextRef="#ctx0" brushRef="#br0" timeOffset="31793.55">37874 649 0,'-29'0'46,"-27"28"-30,-85 1-16,-29-1 16,-112 28-16,-56-28 15,84 1-15,-85 27 0,0-28 16,-141 29-16,57-1 16,28 1-1,113-1-15,-113 1 0,112-1 16,29 29-16,-225-1 15,-1 57 1,226-56 0,113-28-16,-85 55 15,85-27-15,-57 28 16,-56 28 0,198-141-16,-29 57 15,-28-1-15,-28 57 16,0-28-16,0 27 15,-28 1 1,-29 28-16,85-28 16,-28 85-16,56-113 15,-140 84 1,112-84-16,-28 56 16,56-85-1,-84 85-15,84 29 16,-28-86-1,28 1-15,1 56 16,-1-28-16,29-28 16,-1-1-16,29-56 15,-28 29-15,-86 112 16,86-84-16,28-29 16,-29 29-16,1-29 0,-29 57 15,29-28-15,-29 28 16,57-57-16,-85 114 15,85-86 1,-57 57-16,29-28 16,-1 28-16,29-84 15,0 28-15,28-29 0,-28-56 0,-29 141 16,57 0 0,-28 85-1,28-141-15,0-1 16,0-27-16,0 56 0,0 0 15,56-1-15,-56-83 16,57 112-16,-1-57 16,29 1-16,-29-28 0,-27-29 15,55 28-15,-56-56 0,114 113 16,-58-56-16,170 27 16,-84 1-16,-142-85 15,169 56-15,-56 1 0,113-1 16,57 1-16,-57-57 15,-85 0-15,85 28 16,-28-28-16,-57 0 16,170 0-16,-170 0 15,85-28-15,141-29 16,-225 29-16,-142 28 0,141-56 0,142-29 16,-1 57-16,-140-29 15,140 1-15,-112 28 16,56-57-16,0 57 15,-29-29-15,-27 29 0,-1-28 16,1 27 0,-113 1-16,-1 28 0,57-28 0,85 0 15,28-1-15,85-55 16,-113 27-16,282-27 16,-283 27-16,86-27 15,-142 27-15,142-28 16,-283 85-16,85-56 0,56 0 15,29-57-15,84 0 16,-197 56 0,84-27-16,-56-1 15,-85 85-15,85-85 0,0-28 16,0 1-16,-57 55 0,57-56 16,-28-28-16,-57 85 15,57-114-15,-57 114 16,0-1-16,85-84 0,-113 113 15,85-113-15,-29-57 16,57-27-16,-85 112 16,0 28-16,29-56 15,-29 56-15,28-84 16,-27 113-16,27-142 16,-56 57-16,0 84 0,28-55 15,-28-1-15,29-226 16,-29 311-1,0-113-15,0 0 16,0 28-16,0 56 0,0 29 16,-29-113-16,1 84 15,-28-27-15,56 56 0,-57-1 16,29-55-16,-28 27 16,-86-84-16,114 56 15,-56 57-15,-1-85 16,57 85-16,-113-141 15,84 112-15,29 29 16,-141-57-16,112 1 16,29 56-16,-29-1 0,-27-27 15,56 28-15,-85-29 16,84 57 0,1-28-16,-28 28 0,-1-28 15,29 28-15,0 0 16,-85-28-16,57-1 15,27 29-15,-27-28 0,28 28 16,-57-28-16,57 28 16,-29 0-16,29 0 15,0 0-15,0 0 0,-1 0 0,1 0 0,0 0 16,-28 0 0,27 0 15</inkml:trace>
  <inkml:trace contextRef="#ctx0" brushRef="#br0" timeOffset="38381.926">29633 20574 0,'28'0'78,"28"0"-62,-27 0 0,-1-28-16,28 28 15,1-28 1,-29 28-16,0-29 15,29 29-15,-29 0 16,0 0-16,28 0 16,-27 0-16,-1 0 15,0-28-15,29 28 16,112 0 0,-141 0-1,0 0-15,1 0 16,-1 0-16,0 0 15,0 0-15,0 0 16,1 0 0,-58 0 124,-27 0-124,28 0-16,-85 28 16,28-28-16,1 29 0,-86-29 15,142 28-15,-113 0 16,84-28-1,1 0-15,0 0 0,-1 0 16,29 28-16,-29-28 16,1 0-1</inkml:trace>
  <inkml:trace contextRef="#ctx0" brushRef="#br0" timeOffset="39665.751">32596 20546 0,'28'0'94,"142"0"-79,-29 0 1,-57 0-16,1 0 16,0 0-16,-57 0 15,28 0-15,29 0 16,-57 0-1,-56 0 110,0 0-125,0 0 0,-1 0 0,1 0 0,0 0 16,-29 0-16,-27 0 16,-1 0-16,29 0 0,-85 0 15,56 0 1,0 0 0,29 0-1,28 0-15,-1 0 16,1 0-1,0 0 48,0 0-32,-1 0-31,1 0 16</inkml:trace>
  <inkml:trace contextRef="#ctx0" brushRef="#br0" timeOffset="40622.602">44026 17752 0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1EF64-F73B-4314-BB6F-BC0937BBDF19}" type="datetimeFigureOut">
              <a:rPr lang="en-US"/>
              <a:t>9/29/2020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E2820-AFE1-45FA-949E-17BDB534E1D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79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1pPr>
    <a:lvl2pPr marL="724191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2pPr>
    <a:lvl3pPr marL="1448380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3pPr>
    <a:lvl4pPr marL="217256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4pPr>
    <a:lvl5pPr marL="289675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5pPr>
    <a:lvl6pPr marL="362094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6pPr>
    <a:lvl7pPr marL="434513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7pPr>
    <a:lvl8pPr marL="5069329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8pPr>
    <a:lvl9pPr marL="5793518" algn="l" defTabSz="1448380" rtl="0" eaLnBrk="1" latinLnBrk="0" hangingPunct="1">
      <a:defRPr sz="19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6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7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35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2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94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18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66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29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75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47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81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14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73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59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51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95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53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48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91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79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898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64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452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62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839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290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E2820-AFE1-45FA-949E-17BDB534E1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09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107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6615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660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800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003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915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1097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5256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0917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0941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478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451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573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542409-6A04-4DC6-AC3A-D3758287A8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14483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0104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886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2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837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34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951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199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534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379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611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03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97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5577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91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8663" y="1143000"/>
            <a:ext cx="5400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04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11" y="487680"/>
            <a:ext cx="11168894" cy="447025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1" y="4974086"/>
            <a:ext cx="11168894" cy="134112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185" indent="0" algn="ctr">
              <a:buNone/>
              <a:defRPr sz="2000"/>
            </a:lvl2pPr>
            <a:lvl3pPr marL="914370" indent="0" algn="ctr">
              <a:buNone/>
              <a:defRPr sz="1800"/>
            </a:lvl3pPr>
            <a:lvl4pPr marL="1371555" indent="0" algn="ctr">
              <a:buNone/>
              <a:defRPr sz="1600"/>
            </a:lvl4pPr>
            <a:lvl5pPr marL="1828741" indent="0" algn="ctr">
              <a:buNone/>
              <a:defRPr sz="1600"/>
            </a:lvl5pPr>
            <a:lvl6pPr marL="2285926" indent="0" algn="ctr">
              <a:buNone/>
              <a:defRPr sz="1600"/>
            </a:lvl6pPr>
            <a:lvl7pPr marL="2743111" indent="0" algn="ctr">
              <a:buNone/>
              <a:defRPr sz="1600"/>
            </a:lvl7pPr>
            <a:lvl8pPr marL="3200296" indent="0" algn="ctr">
              <a:buNone/>
              <a:defRPr sz="1600"/>
            </a:lvl8pPr>
            <a:lvl9pPr marL="365748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9702-7FBF-4720-8670-571C5E7EEDDE}" type="datetime1">
              <a:rPr lang="en-US"/>
              <a:t>9/29/2020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54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F48E-ABA0-4B58-B562-D1D7408067C4}" type="datetime1">
              <a:rPr lang="en-US"/>
              <a:t>9/29/2020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99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521" y="2560322"/>
            <a:ext cx="10081262" cy="3977640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8519" y="6568046"/>
            <a:ext cx="10081262" cy="146304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18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34C-8BD9-4B0C-893B-33834FAB227F}" type="datetime1">
              <a:rPr lang="en-US"/>
              <a:t>9/29/2020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9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7935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8880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87AA-CBCD-47F9-A04C-7106C508CDE4}" type="datetime1">
              <a:rPr lang="en-US"/>
              <a:t>9/29/2020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75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185" indent="0">
              <a:buNone/>
              <a:defRPr sz="2000" b="1"/>
            </a:lvl2pPr>
            <a:lvl3pPr marL="914370" indent="0">
              <a:buNone/>
              <a:defRPr sz="1800" b="1"/>
            </a:lvl3pPr>
            <a:lvl4pPr marL="1371555" indent="0">
              <a:buNone/>
              <a:defRPr sz="1600" b="1"/>
            </a:lvl4pPr>
            <a:lvl5pPr marL="1828741" indent="0">
              <a:buNone/>
              <a:defRPr sz="1600" b="1"/>
            </a:lvl5pPr>
            <a:lvl6pPr marL="2285926" indent="0">
              <a:buNone/>
              <a:defRPr sz="1600" b="1"/>
            </a:lvl6pPr>
            <a:lvl7pPr marL="2743111" indent="0">
              <a:buNone/>
              <a:defRPr sz="1600" b="1"/>
            </a:lvl7pPr>
            <a:lvl8pPr marL="3200296" indent="0">
              <a:buNone/>
              <a:defRPr sz="1600" b="1"/>
            </a:lvl8pPr>
            <a:lvl9pPr marL="365748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935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38880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185" indent="0">
              <a:buNone/>
              <a:defRPr sz="2000" b="1"/>
            </a:lvl2pPr>
            <a:lvl3pPr marL="914370" indent="0">
              <a:buNone/>
              <a:defRPr sz="1800" b="1"/>
            </a:lvl3pPr>
            <a:lvl4pPr marL="1371555" indent="0">
              <a:buNone/>
              <a:defRPr sz="1600" b="1"/>
            </a:lvl4pPr>
            <a:lvl5pPr marL="1828741" indent="0">
              <a:buNone/>
              <a:defRPr sz="1600" b="1"/>
            </a:lvl5pPr>
            <a:lvl6pPr marL="2285926" indent="0">
              <a:buNone/>
              <a:defRPr sz="1600" b="1"/>
            </a:lvl6pPr>
            <a:lvl7pPr marL="2743111" indent="0">
              <a:buNone/>
              <a:defRPr sz="1600" b="1"/>
            </a:lvl7pPr>
            <a:lvl8pPr marL="3200296" indent="0">
              <a:buNone/>
              <a:defRPr sz="1600" b="1"/>
            </a:lvl8pPr>
            <a:lvl9pPr marL="365748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38880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C9DD-75F5-4611-BA0B-CFB1A226639C}" type="datetime1">
              <a:rPr lang="en-US"/>
              <a:t>9/29/2020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04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F1F9-2D3D-4243-878F-D000C3F2A1C4}" type="datetime1">
              <a:rPr lang="en-US"/>
              <a:t>9/29/2020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30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CBE8-1824-4658-A8BB-BECFAEB7E35A}" type="datetime1">
              <a:rPr lang="en-US"/>
              <a:t>9/29/2020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52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55" y="853440"/>
            <a:ext cx="10801350" cy="76809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2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185" indent="0">
              <a:buNone/>
              <a:defRPr sz="1400"/>
            </a:lvl2pPr>
            <a:lvl3pPr marL="914370" indent="0">
              <a:buNone/>
              <a:defRPr sz="1200"/>
            </a:lvl3pPr>
            <a:lvl4pPr marL="1371555" indent="0">
              <a:buNone/>
              <a:defRPr sz="1000"/>
            </a:lvl4pPr>
            <a:lvl5pPr marL="1828741" indent="0">
              <a:buNone/>
              <a:defRPr sz="1000"/>
            </a:lvl5pPr>
            <a:lvl6pPr marL="2285926" indent="0">
              <a:buNone/>
              <a:defRPr sz="1000"/>
            </a:lvl6pPr>
            <a:lvl7pPr marL="2743111" indent="0">
              <a:buNone/>
              <a:defRPr sz="1000"/>
            </a:lvl7pPr>
            <a:lvl8pPr marL="3200296" indent="0">
              <a:buNone/>
              <a:defRPr sz="1000"/>
            </a:lvl8pPr>
            <a:lvl9pPr marL="365748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CD17-C377-4DE5-9FCA-CC7471605C58}" type="datetime1">
              <a:rPr lang="en-US"/>
              <a:t>9/29/2020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70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37754" y="853440"/>
            <a:ext cx="10801352" cy="768096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51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217776" y="1036320"/>
            <a:ext cx="10441305" cy="7315200"/>
          </a:xfrm>
          <a:prstGeom prst="roundRect">
            <a:avLst>
              <a:gd name="adj" fmla="val 3725"/>
            </a:avLst>
          </a:prstGeo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185" indent="0">
              <a:buNone/>
              <a:defRPr sz="2800"/>
            </a:lvl2pPr>
            <a:lvl3pPr marL="914370" indent="0">
              <a:buNone/>
              <a:defRPr sz="2400"/>
            </a:lvl3pPr>
            <a:lvl4pPr marL="1371555" indent="0">
              <a:buNone/>
              <a:defRPr sz="2000"/>
            </a:lvl4pPr>
            <a:lvl5pPr marL="1828741" indent="0">
              <a:buNone/>
              <a:defRPr sz="2000"/>
            </a:lvl5pPr>
            <a:lvl6pPr marL="2285926" indent="0">
              <a:buNone/>
              <a:defRPr sz="2000"/>
            </a:lvl6pPr>
            <a:lvl7pPr marL="2743111" indent="0">
              <a:buNone/>
              <a:defRPr sz="2000"/>
            </a:lvl7pPr>
            <a:lvl8pPr marL="3200296" indent="0">
              <a:buNone/>
              <a:defRPr sz="2000"/>
            </a:lvl8pPr>
            <a:lvl9pPr marL="3657481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2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185" indent="0">
              <a:buNone/>
              <a:defRPr sz="1400"/>
            </a:lvl2pPr>
            <a:lvl3pPr marL="914370" indent="0">
              <a:buNone/>
              <a:defRPr sz="1200"/>
            </a:lvl3pPr>
            <a:lvl4pPr marL="1371555" indent="0">
              <a:buNone/>
              <a:defRPr sz="1000"/>
            </a:lvl4pPr>
            <a:lvl5pPr marL="1828741" indent="0">
              <a:buNone/>
              <a:defRPr sz="1000"/>
            </a:lvl5pPr>
            <a:lvl6pPr marL="2285926" indent="0">
              <a:buNone/>
              <a:defRPr sz="1000"/>
            </a:lvl6pPr>
            <a:lvl7pPr marL="2743111" indent="0">
              <a:buNone/>
              <a:defRPr sz="1000"/>
            </a:lvl7pPr>
            <a:lvl8pPr marL="3200296" indent="0">
              <a:buNone/>
              <a:defRPr sz="1000"/>
            </a:lvl8pPr>
            <a:lvl9pPr marL="365748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F02-BE96-4BAE-86A5-1FA60D24CAE2}" type="datetime1">
              <a:rPr lang="en-US"/>
              <a:t>9/29/2020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30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AEA-BBBB-4C9B-AB23-214EAA8AB789}" type="datetime1">
              <a:rPr lang="en-US"/>
              <a:t>9/29/2020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766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37397" y="487682"/>
            <a:ext cx="2702385" cy="8656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0435" y="487682"/>
            <a:ext cx="11816932" cy="8656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CA30-F5CD-4CA0-B16A-349C6F830700}" type="datetime1">
              <a:rPr lang="en-US"/>
              <a:t>9/29/2020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9497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 userDrawn="1">
          <p15:clr>
            <a:srgbClr val="FBAE40"/>
          </p15:clr>
        </p15:guide>
        <p15:guide id="2" pos="60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11" y="487680"/>
            <a:ext cx="11168894" cy="447025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10395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1" y="4974086"/>
            <a:ext cx="11168894" cy="134112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780">
                <a:solidFill>
                  <a:schemeClr val="accent2"/>
                </a:solidFill>
              </a:defRPr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80360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9702-7FBF-4720-8670-571C5E7EEDDE}" type="datetime1">
              <a:rPr lang="en-US"/>
              <a:t>9/30/2020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9307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F48E-ABA0-4B58-B562-D1D7408067C4}" type="datetime1">
              <a:rPr lang="en-US"/>
              <a:t>9/30/2020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516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521" y="2560321"/>
            <a:ext cx="10081262" cy="3977640"/>
          </a:xfrm>
        </p:spPr>
        <p:txBody>
          <a:bodyPr anchor="b">
            <a:normAutofit/>
          </a:bodyPr>
          <a:lstStyle>
            <a:lvl1pPr>
              <a:defRPr sz="819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8518" y="6568046"/>
            <a:ext cx="10081262" cy="1463040"/>
          </a:xfrm>
        </p:spPr>
        <p:txBody>
          <a:bodyPr>
            <a:normAutofit/>
          </a:bodyPr>
          <a:lstStyle>
            <a:lvl1pPr marL="0" indent="0">
              <a:buNone/>
              <a:defRPr sz="3150">
                <a:solidFill>
                  <a:schemeClr val="accent2"/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803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34C-8BD9-4B0C-893B-33834FAB227F}" type="datetime1">
              <a:rPr lang="en-US"/>
              <a:t>9/30/2020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4359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7935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8880" y="2560320"/>
            <a:ext cx="7200900" cy="6583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87AA-CBCD-47F9-A04C-7106C508CDE4}" type="datetime1">
              <a:rPr lang="en-US"/>
              <a:t>9/30/2020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2158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308" b="0">
                <a:solidFill>
                  <a:schemeClr val="accent2"/>
                </a:solidFill>
              </a:defRPr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7935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38880" y="2560320"/>
            <a:ext cx="7200900" cy="131825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308" b="0">
                <a:solidFill>
                  <a:schemeClr val="accent2"/>
                </a:solidFill>
              </a:defRPr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38880" y="4008120"/>
            <a:ext cx="7200900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C9DD-75F5-4611-BA0B-CFB1A226639C}" type="datetime1">
              <a:rPr lang="en-US"/>
              <a:t>9/30/2020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4381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F1F9-2D3D-4243-878F-D000C3F2A1C4}" type="datetime1">
              <a:rPr lang="en-US"/>
              <a:t>9/30/2020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6209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CBE8-1824-4658-A8BB-BECFAEB7E35A}" type="datetime1">
              <a:rPr lang="en-US"/>
              <a:t>9/30/2020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347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4095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55" y="853440"/>
            <a:ext cx="10801350" cy="7680960"/>
          </a:xfrm>
        </p:spPr>
        <p:txBody>
          <a:bodyPr>
            <a:normAutofit/>
          </a:bodyPr>
          <a:lstStyle>
            <a:lvl1pPr>
              <a:defRPr sz="3780"/>
            </a:lvl1pPr>
            <a:lvl2pPr>
              <a:defRPr sz="3150"/>
            </a:lvl2pPr>
            <a:lvl3pPr>
              <a:defRPr sz="2835"/>
            </a:lvl3pPr>
            <a:lvl4pPr>
              <a:defRPr sz="2520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0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575"/>
              </a:spcBef>
              <a:buNone/>
              <a:defRPr sz="2205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CD17-C377-4DE5-9FCA-CC7471605C58}" type="datetime1">
              <a:rPr lang="en-US"/>
              <a:t>9/30/2020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711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39" y="3643963"/>
            <a:ext cx="4320542" cy="3715485"/>
          </a:xfrm>
        </p:spPr>
        <p:txBody>
          <a:bodyPr anchor="b">
            <a:normAutofit/>
          </a:bodyPr>
          <a:lstStyle>
            <a:lvl1pPr>
              <a:defRPr sz="4095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37754" y="853440"/>
            <a:ext cx="10801352" cy="768096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9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217776" y="1036320"/>
            <a:ext cx="10441305" cy="7315200"/>
          </a:xfrm>
          <a:prstGeom prst="roundRect">
            <a:avLst>
              <a:gd name="adj" fmla="val 3725"/>
            </a:avLst>
          </a:prstGeom>
        </p:spPr>
        <p:txBody>
          <a:bodyPr tIns="914400">
            <a:normAutofit/>
          </a:bodyPr>
          <a:lstStyle>
            <a:lvl1pPr marL="0" indent="0" algn="ctr">
              <a:buNone/>
              <a:defRPr sz="378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80360" indent="0">
              <a:buNone/>
              <a:defRPr sz="3150"/>
            </a:lvl5pPr>
            <a:lvl6pPr marL="3600450" indent="0">
              <a:buNone/>
              <a:defRPr sz="3150"/>
            </a:lvl6pPr>
            <a:lvl7pPr marL="4320540" indent="0">
              <a:buNone/>
              <a:defRPr sz="3150"/>
            </a:lvl7pPr>
            <a:lvl8pPr marL="5040630" indent="0">
              <a:buNone/>
              <a:defRPr sz="3150"/>
            </a:lvl8pPr>
            <a:lvl9pPr marL="5760720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919242" y="7333100"/>
            <a:ext cx="4320540" cy="1810901"/>
          </a:xfrm>
        </p:spPr>
        <p:txBody>
          <a:bodyPr>
            <a:normAutofit/>
          </a:bodyPr>
          <a:lstStyle>
            <a:lvl1pPr marL="0" indent="0">
              <a:spcBef>
                <a:spcPts val="1575"/>
              </a:spcBef>
              <a:buNone/>
              <a:defRPr sz="2205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80360" indent="0">
              <a:buNone/>
              <a:defRPr sz="1575"/>
            </a:lvl5pPr>
            <a:lvl6pPr marL="3600450" indent="0">
              <a:buNone/>
              <a:defRPr sz="1575"/>
            </a:lvl6pPr>
            <a:lvl7pPr marL="4320540" indent="0">
              <a:buNone/>
              <a:defRPr sz="1575"/>
            </a:lvl7pPr>
            <a:lvl8pPr marL="5040630" indent="0">
              <a:buNone/>
              <a:defRPr sz="1575"/>
            </a:lvl8pPr>
            <a:lvl9pPr marL="5760720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F02-BE96-4BAE-86A5-1FA60D24CAE2}" type="datetime1">
              <a:rPr lang="en-US"/>
              <a:t>9/30/2020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384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AEA-BBBB-4C9B-AB23-214EAA8AB789}" type="datetime1">
              <a:rPr lang="en-US"/>
              <a:t>9/30/2020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520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37397" y="487682"/>
            <a:ext cx="2702385" cy="8656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0435" y="487682"/>
            <a:ext cx="11816932" cy="8656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CA30-F5CD-4CA0-B16A-349C6F830700}" type="datetime1">
              <a:rPr lang="en-US"/>
              <a:t>9/30/2020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1604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7935" y="487680"/>
            <a:ext cx="14761845" cy="1920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14761845" cy="658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9382" y="10408125"/>
            <a:ext cx="1518357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9D3B9702-7FBF-4720-8670-571C5E7EEDDE}" type="datetime1">
              <a:rPr lang="en-US" smtClean="0"/>
              <a:pPr/>
              <a:t>9/29/2020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251" y="10408125"/>
            <a:ext cx="108303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39785" y="10048477"/>
            <a:ext cx="840103" cy="558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rgbClr val="AB3C19"/>
                </a:solidFill>
              </a:defRPr>
            </a:lvl1pPr>
          </a:lstStyle>
          <a:p>
            <a:fld id="{8FDBFFB2-86D9-4B8F-A59A-553A60B94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11" indent="-228593" algn="l" defTabSz="914370" rtl="0" eaLnBrk="1" latinLnBrk="0" hangingPunct="1">
        <a:lnSpc>
          <a:spcPct val="90000"/>
        </a:lnSpc>
        <a:spcBef>
          <a:spcPts val="18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41" indent="-228593" algn="l" defTabSz="914370" rtl="0" eaLnBrk="1" latinLnBrk="0" hangingPunct="1">
        <a:lnSpc>
          <a:spcPct val="90000"/>
        </a:lnSpc>
        <a:spcBef>
          <a:spcPts val="10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0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2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45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89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518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548" indent="-228593" algn="l" defTabSz="91437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6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6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81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56" userDrawn="1">
          <p15:clr>
            <a:srgbClr val="F26B43"/>
          </p15:clr>
        </p15:guide>
        <p15:guide id="2" pos="60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7935" y="487680"/>
            <a:ext cx="14761845" cy="19206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935" y="2560320"/>
            <a:ext cx="14761845" cy="658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9382" y="10408125"/>
            <a:ext cx="1518357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2"/>
                </a:solidFill>
              </a:defRPr>
            </a:lvl1pPr>
          </a:lstStyle>
          <a:p>
            <a:fld id="{9D3B9702-7FBF-4720-8670-571C5E7EEDDE}" type="datetime1">
              <a:rPr lang="en-US" smtClean="0"/>
              <a:pPr/>
              <a:t>9/30/2020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251" y="10408125"/>
            <a:ext cx="1083035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39783" y="10048477"/>
            <a:ext cx="840103" cy="558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 b="1">
                <a:solidFill>
                  <a:srgbClr val="AB3C19"/>
                </a:solidFill>
              </a:defRPr>
            </a:lvl1pPr>
          </a:lstStyle>
          <a:p>
            <a:fld id="{8FDBFFB2-86D9-4B8F-A59A-553A60B94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7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5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54" indent="-360045" algn="l" defTabSz="1440180" rtl="0" eaLnBrk="1" latinLnBrk="0" hangingPunct="1">
        <a:lnSpc>
          <a:spcPct val="90000"/>
        </a:lnSpc>
        <a:spcBef>
          <a:spcPts val="2835"/>
        </a:spcBef>
        <a:buSzPct val="80000"/>
        <a:buFont typeface="Wingdings" panose="05000000000000000000" pitchFamily="2" charset="2"/>
        <a:buChar char="§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936117" indent="-360045" algn="l" defTabSz="1440180" rtl="0" eaLnBrk="1" latinLnBrk="0" hangingPunct="1">
        <a:lnSpc>
          <a:spcPct val="90000"/>
        </a:lnSpc>
        <a:spcBef>
          <a:spcPts val="1575"/>
        </a:spcBef>
        <a:buSzPct val="80000"/>
        <a:buFont typeface="Wingdings" panose="05000000000000000000" pitchFamily="2" charset="2"/>
        <a:buChar char="§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44243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4pPr>
      <a:lvl5pPr marL="2448306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5pPr>
      <a:lvl6pPr marL="2952369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7pPr>
      <a:lvl8pPr marL="3960495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8pPr>
      <a:lvl9pPr marL="4464558" indent="-360045" algn="l" defTabSz="1440180" rtl="0" eaLnBrk="1" latinLnBrk="0" hangingPunct="1">
        <a:lnSpc>
          <a:spcPct val="90000"/>
        </a:lnSpc>
        <a:spcBef>
          <a:spcPts val="1260"/>
        </a:spcBef>
        <a:buSzPct val="80000"/>
        <a:buFont typeface="Wingdings" panose="05000000000000000000" pitchFamily="2" charset="2"/>
        <a:buChar char="§"/>
        <a:defRPr sz="2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microsoft.com/office/2007/relationships/hdphoto" Target="../media/hdphoto4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microsoft.com/office/2007/relationships/hdphoto" Target="../media/hdphoto5.wdp"/><Relationship Id="rId4" Type="http://schemas.openxmlformats.org/officeDocument/2006/relationships/image" Target="../media/image11.jpe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customXml" Target="../ink/ink3.xml"/><Relationship Id="rId4" Type="http://schemas.microsoft.com/office/2007/relationships/hdphoto" Target="../media/hdphoto1.wd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4.xml"/><Relationship Id="rId4" Type="http://schemas.microsoft.com/office/2007/relationships/hdphoto" Target="../media/hdphoto1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customXml" Target="../ink/ink5.xml"/><Relationship Id="rId4" Type="http://schemas.microsoft.com/office/2007/relationships/hdphoto" Target="../media/hdphoto1.wdp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6.xml"/><Relationship Id="rId4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7.xml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8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customXml" Target="../ink/ink9.xml"/><Relationship Id="rId4" Type="http://schemas.microsoft.com/office/2007/relationships/hdphoto" Target="../media/hdphoto1.wdp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10.xml"/><Relationship Id="rId4" Type="http://schemas.microsoft.com/office/2007/relationships/hdphoto" Target="../media/hdphoto1.wdp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709" y="487680"/>
            <a:ext cx="13834433" cy="4470250"/>
          </a:xfrm>
        </p:spPr>
        <p:txBody>
          <a:bodyPr/>
          <a:lstStyle/>
          <a:p>
            <a:r>
              <a:rPr lang="en-US" dirty="0"/>
              <a:t>Lesson 2 – Review Day 1.4 and 1.5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7710" y="4974086"/>
            <a:ext cx="11714439" cy="1341120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/>
              <a:t>I will learn about </a:t>
            </a:r>
            <a:r>
              <a:rPr lang="en-US" sz="4000" u="sng" dirty="0"/>
              <a:t>the buddy letter, digraphs, bonus letter, and word elements such as </a:t>
            </a:r>
            <a:r>
              <a:rPr lang="en-US" sz="4000" u="sng" dirty="0" err="1"/>
              <a:t>baseword</a:t>
            </a:r>
            <a:r>
              <a:rPr lang="en-US" sz="4000" u="sng" dirty="0"/>
              <a:t> and suffix.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78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2419350" y="318103"/>
            <a:ext cx="10515599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</a:t>
            </a:r>
            <a:r>
              <a:rPr 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’s learn how to read, write and spell better by building words.</a:t>
            </a:r>
            <a:endParaRPr lang="en-US" sz="8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7511" y="5915793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60893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7121" r="13587" b="25000"/>
          <a:stretch/>
        </p:blipFill>
        <p:spPr bwMode="auto">
          <a:xfrm>
            <a:off x="5855110" y="0"/>
            <a:ext cx="10545096" cy="104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862780" y="2776631"/>
            <a:ext cx="477847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Vowels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32F6-903D-4F60-ADCA-AFA8200AFB6C}"/>
              </a:ext>
            </a:extLst>
          </p:cNvPr>
          <p:cNvSpPr/>
          <p:nvPr/>
        </p:nvSpPr>
        <p:spPr>
          <a:xfrm>
            <a:off x="3354730" y="8583782"/>
            <a:ext cx="2286527" cy="177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Echo (Clip It) </a:t>
            </a:r>
          </a:p>
          <a:p>
            <a:pPr algn="ctr"/>
            <a:r>
              <a:rPr lang="en-US" dirty="0"/>
              <a:t>&amp; </a:t>
            </a:r>
          </a:p>
          <a:p>
            <a:pPr algn="ctr"/>
            <a:r>
              <a:rPr lang="en-US" dirty="0"/>
              <a:t>Draw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BB84A-ED8C-4650-A060-524430989369}"/>
              </a:ext>
            </a:extLst>
          </p:cNvPr>
          <p:cNvSpPr txBox="1"/>
          <p:nvPr/>
        </p:nvSpPr>
        <p:spPr>
          <a:xfrm>
            <a:off x="1364381" y="4203640"/>
            <a:ext cx="4002854" cy="3602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Vowels are the most important letters, because every word and syllable needs a vowel. --- BUT, they sound so alike that we always say they we the keyword…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45B60A-E6EA-48AE-9224-E63E24443B22}"/>
              </a:ext>
            </a:extLst>
          </p:cNvPr>
          <p:cNvSpPr/>
          <p:nvPr/>
        </p:nvSpPr>
        <p:spPr>
          <a:xfrm>
            <a:off x="5855110" y="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9B1202-07E2-4344-835A-06C11EFB8CF2}"/>
              </a:ext>
            </a:extLst>
          </p:cNvPr>
          <p:cNvSpPr/>
          <p:nvPr/>
        </p:nvSpPr>
        <p:spPr>
          <a:xfrm>
            <a:off x="11837686" y="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00770B-4E44-4842-A917-E8856BAE09AD}"/>
              </a:ext>
            </a:extLst>
          </p:cNvPr>
          <p:cNvSpPr/>
          <p:nvPr/>
        </p:nvSpPr>
        <p:spPr>
          <a:xfrm>
            <a:off x="8882213" y="2565486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94EAD7-8234-437B-8483-D4611363BCE5}"/>
              </a:ext>
            </a:extLst>
          </p:cNvPr>
          <p:cNvSpPr/>
          <p:nvPr/>
        </p:nvSpPr>
        <p:spPr>
          <a:xfrm>
            <a:off x="8882213" y="516737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B70796-A096-4C1A-A6D0-FE66DE1831EC}"/>
              </a:ext>
            </a:extLst>
          </p:cNvPr>
          <p:cNvSpPr/>
          <p:nvPr/>
        </p:nvSpPr>
        <p:spPr>
          <a:xfrm>
            <a:off x="7462157" y="7924800"/>
            <a:ext cx="1607047" cy="26382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A19664-172C-4AB0-A99A-90466909EF94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59390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7121" r="13587" b="25000"/>
          <a:stretch/>
        </p:blipFill>
        <p:spPr bwMode="auto">
          <a:xfrm>
            <a:off x="5855110" y="282632"/>
            <a:ext cx="10545096" cy="104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871208" y="2160812"/>
            <a:ext cx="477847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dirty="0">
                <a:ln w="12700">
                  <a:solidFill>
                    <a:schemeClr val="tx2"/>
                  </a:solidFill>
                  <a:prstDash val="solid"/>
                </a:ln>
                <a:solidFill>
                  <a:srgbClr val="FDF2BA"/>
                </a:solidFill>
              </a:rPr>
              <a:t>Consonants</a:t>
            </a:r>
            <a:endParaRPr lang="en-US" sz="6600" b="1" cap="none" spc="0" dirty="0">
              <a:ln w="12700">
                <a:solidFill>
                  <a:schemeClr val="tx2"/>
                </a:solidFill>
                <a:prstDash val="solid"/>
              </a:ln>
              <a:solidFill>
                <a:srgbClr val="FDF2BA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32F6-903D-4F60-ADCA-AFA8200AFB6C}"/>
              </a:ext>
            </a:extLst>
          </p:cNvPr>
          <p:cNvSpPr/>
          <p:nvPr/>
        </p:nvSpPr>
        <p:spPr>
          <a:xfrm>
            <a:off x="3363158" y="8915400"/>
            <a:ext cx="2286527" cy="177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Echo (Clip It) </a:t>
            </a:r>
          </a:p>
          <a:p>
            <a:pPr algn="ctr"/>
            <a:r>
              <a:rPr lang="en-US" dirty="0"/>
              <a:t>&amp; </a:t>
            </a:r>
          </a:p>
          <a:p>
            <a:pPr algn="ctr"/>
            <a:r>
              <a:rPr lang="en-US" dirty="0"/>
              <a:t>Draw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BB84A-ED8C-4650-A060-524430989369}"/>
              </a:ext>
            </a:extLst>
          </p:cNvPr>
          <p:cNvSpPr txBox="1"/>
          <p:nvPr/>
        </p:nvSpPr>
        <p:spPr>
          <a:xfrm>
            <a:off x="1815122" y="4233454"/>
            <a:ext cx="3331029" cy="316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probably know all of this letters and their sounds but let’s make sure we are not adding any extra wrong sounds…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FAC66-0CC1-490F-A9F0-DB1658DCE56D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08392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7121" r="13587" b="25000"/>
          <a:stretch/>
        </p:blipFill>
        <p:spPr bwMode="auto">
          <a:xfrm>
            <a:off x="10187403" y="1357933"/>
            <a:ext cx="8366069" cy="825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73919" y="573954"/>
            <a:ext cx="4778477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The Buddy Letter “Qu”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B32F6-903D-4F60-ADCA-AFA8200AFB6C}"/>
              </a:ext>
            </a:extLst>
          </p:cNvPr>
          <p:cNvSpPr/>
          <p:nvPr/>
        </p:nvSpPr>
        <p:spPr>
          <a:xfrm>
            <a:off x="3363158" y="8915400"/>
            <a:ext cx="2286527" cy="177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Echo (Clip It) </a:t>
            </a:r>
          </a:p>
          <a:p>
            <a:pPr algn="ctr"/>
            <a:r>
              <a:rPr lang="en-US" dirty="0"/>
              <a:t>&amp; </a:t>
            </a:r>
          </a:p>
          <a:p>
            <a:pPr algn="ctr"/>
            <a:r>
              <a:rPr lang="en-US" dirty="0"/>
              <a:t>Draw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BB84A-ED8C-4650-A060-524430989369}"/>
              </a:ext>
            </a:extLst>
          </p:cNvPr>
          <p:cNvSpPr txBox="1"/>
          <p:nvPr/>
        </p:nvSpPr>
        <p:spPr>
          <a:xfrm>
            <a:off x="1800354" y="3029494"/>
            <a:ext cx="3952042" cy="272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“q” is the only letter in the English language that will not be in a word by itself. It always needs to bring along its buddy “u”.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771E18-FD3E-4996-A2F9-8AFE413B14B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4352"/>
          <a:stretch/>
        </p:blipFill>
        <p:spPr>
          <a:xfrm>
            <a:off x="6608023" y="414083"/>
            <a:ext cx="3119687" cy="523082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DE3DF6-78D5-4AA0-B19F-5F30411331B4}"/>
              </a:ext>
            </a:extLst>
          </p:cNvPr>
          <p:cNvSpPr/>
          <p:nvPr/>
        </p:nvSpPr>
        <p:spPr>
          <a:xfrm>
            <a:off x="2817959" y="5858926"/>
            <a:ext cx="6315752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“Q never goes anywhere without ‘u’”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1FA69-18F5-4111-8B48-6C8EC4D5332F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83022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s://i.pinimg.com/originals/e6/0e/25/e60e2517417698ccfad246ea63c310cb.jpg">
            <a:extLst>
              <a:ext uri="{FF2B5EF4-FFF2-40B4-BE49-F238E27FC236}">
                <a16:creationId xmlns:a16="http://schemas.microsoft.com/office/drawing/2014/main" id="{7C9BFB1C-F934-48C5-B0D9-9B9AE4286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57" t="76407" r="34497" b="10634"/>
          <a:stretch/>
        </p:blipFill>
        <p:spPr bwMode="auto">
          <a:xfrm>
            <a:off x="5752362" y="1572436"/>
            <a:ext cx="13037575" cy="402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73885" y="2109796"/>
            <a:ext cx="477847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DBD56-9E8B-491F-A7D7-EB2BD7F753FA}"/>
              </a:ext>
            </a:extLst>
          </p:cNvPr>
          <p:cNvSpPr/>
          <p:nvPr/>
        </p:nvSpPr>
        <p:spPr>
          <a:xfrm>
            <a:off x="7511878" y="6958046"/>
            <a:ext cx="884064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“A Digraph is 2-letters that make 1 sound!”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05219-12A7-4277-92BF-63FE009C3005}"/>
              </a:ext>
            </a:extLst>
          </p:cNvPr>
          <p:cNvSpPr txBox="1"/>
          <p:nvPr/>
        </p:nvSpPr>
        <p:spPr>
          <a:xfrm>
            <a:off x="1815122" y="4233454"/>
            <a:ext cx="3331029" cy="272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consonants are so stuck together that they form one sound even though there are two letters.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70DBD-D825-436E-BA88-F5F2F83BD165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E7099FC-660F-42FC-8D1F-33C7DE064602}"/>
              </a:ext>
            </a:extLst>
          </p:cNvPr>
          <p:cNvSpPr/>
          <p:nvPr/>
        </p:nvSpPr>
        <p:spPr>
          <a:xfrm>
            <a:off x="16443959" y="2797010"/>
            <a:ext cx="2042161" cy="574840"/>
          </a:xfrm>
          <a:prstGeom prst="rightArrow">
            <a:avLst>
              <a:gd name="adj1" fmla="val 50000"/>
              <a:gd name="adj2" fmla="val 30087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6ADD71F-5965-4683-90CF-6A1D965F8E77}"/>
              </a:ext>
            </a:extLst>
          </p:cNvPr>
          <p:cNvSpPr/>
          <p:nvPr/>
        </p:nvSpPr>
        <p:spPr>
          <a:xfrm flipH="1">
            <a:off x="6096000" y="2827490"/>
            <a:ext cx="1981200" cy="574840"/>
          </a:xfrm>
          <a:prstGeom prst="rightArrow">
            <a:avLst>
              <a:gd name="adj1" fmla="val 50000"/>
              <a:gd name="adj2" fmla="val 30087"/>
            </a:avLst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1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802067" y="1408462"/>
            <a:ext cx="4778477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Bonus Letter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70DBD-D825-436E-BA88-F5F2F83BD165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82EF68-EE9F-4A50-B25F-733F6833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916" y="7927542"/>
            <a:ext cx="14761845" cy="1946787"/>
          </a:xfrm>
        </p:spPr>
        <p:txBody>
          <a:bodyPr>
            <a:normAutofit/>
          </a:bodyPr>
          <a:lstStyle/>
          <a:p>
            <a:pPr marL="45718" indent="0">
              <a:buNone/>
            </a:pPr>
            <a:r>
              <a:rPr lang="en-US" sz="4800" dirty="0">
                <a:solidFill>
                  <a:srgbClr val="FF0000"/>
                </a:solidFill>
              </a:rPr>
              <a:t>Any 1-syllable word that ends in “f”, “l”, “s” and sometimes “z” needs a bonus letter.</a:t>
            </a:r>
          </a:p>
        </p:txBody>
      </p:sp>
      <p:sp>
        <p:nvSpPr>
          <p:cNvPr id="11" name="Google Shape;180;p22">
            <a:extLst>
              <a:ext uri="{FF2B5EF4-FFF2-40B4-BE49-F238E27FC236}">
                <a16:creationId xmlns:a16="http://schemas.microsoft.com/office/drawing/2014/main" id="{04FFB1B4-5D7F-4FED-BCCD-6393E929B87A}"/>
              </a:ext>
            </a:extLst>
          </p:cNvPr>
          <p:cNvSpPr/>
          <p:nvPr/>
        </p:nvSpPr>
        <p:spPr>
          <a:xfrm>
            <a:off x="6525346" y="2094889"/>
            <a:ext cx="2029576" cy="206770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63">
              <a:defRPr/>
            </a:pPr>
            <a:r>
              <a:rPr lang="en-US" sz="16559" dirty="0">
                <a:solidFill>
                  <a:schemeClr val="tx2"/>
                </a:solidFill>
              </a:rPr>
              <a:t>f</a:t>
            </a:r>
            <a:endParaRPr sz="7920" dirty="0">
              <a:solidFill>
                <a:schemeClr val="tx2"/>
              </a:solidFill>
            </a:endParaRPr>
          </a:p>
        </p:txBody>
      </p:sp>
      <p:sp>
        <p:nvSpPr>
          <p:cNvPr id="12" name="Google Shape;186;p22">
            <a:extLst>
              <a:ext uri="{FF2B5EF4-FFF2-40B4-BE49-F238E27FC236}">
                <a16:creationId xmlns:a16="http://schemas.microsoft.com/office/drawing/2014/main" id="{C3368317-29C6-4E1C-9470-5219F22E786B}"/>
              </a:ext>
            </a:extLst>
          </p:cNvPr>
          <p:cNvSpPr/>
          <p:nvPr/>
        </p:nvSpPr>
        <p:spPr>
          <a:xfrm>
            <a:off x="11000416" y="2094890"/>
            <a:ext cx="2029576" cy="206770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r>
              <a:rPr lang="en-US" sz="16559" dirty="0">
                <a:solidFill>
                  <a:schemeClr val="tx2"/>
                </a:solidFill>
              </a:rPr>
              <a:t>l</a:t>
            </a:r>
            <a:endParaRPr sz="16559" dirty="0">
              <a:solidFill>
                <a:schemeClr val="tx2"/>
              </a:solidFill>
            </a:endParaRPr>
          </a:p>
        </p:txBody>
      </p:sp>
      <p:sp>
        <p:nvSpPr>
          <p:cNvPr id="13" name="Google Shape;192;p22">
            <a:extLst>
              <a:ext uri="{FF2B5EF4-FFF2-40B4-BE49-F238E27FC236}">
                <a16:creationId xmlns:a16="http://schemas.microsoft.com/office/drawing/2014/main" id="{01E30141-E481-42AA-ACB5-E8C3DAF4900C}"/>
              </a:ext>
            </a:extLst>
          </p:cNvPr>
          <p:cNvSpPr/>
          <p:nvPr/>
        </p:nvSpPr>
        <p:spPr>
          <a:xfrm>
            <a:off x="15228419" y="2078625"/>
            <a:ext cx="2029576" cy="206770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63">
              <a:defRPr/>
            </a:pPr>
            <a:r>
              <a:rPr lang="en-US" sz="16559" dirty="0">
                <a:solidFill>
                  <a:schemeClr val="tx2"/>
                </a:solidFill>
              </a:rPr>
              <a:t>s</a:t>
            </a:r>
            <a:endParaRPr sz="7920" dirty="0">
              <a:solidFill>
                <a:schemeClr val="tx2"/>
              </a:solidFill>
            </a:endParaRP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83B37C38-3737-4278-A710-BE1E5751768E}"/>
              </a:ext>
            </a:extLst>
          </p:cNvPr>
          <p:cNvSpPr/>
          <p:nvPr/>
        </p:nvSpPr>
        <p:spPr>
          <a:xfrm>
            <a:off x="7291164" y="147797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7504A9FC-81C4-4B3D-B709-0CEB26A868B3}"/>
              </a:ext>
            </a:extLst>
          </p:cNvPr>
          <p:cNvSpPr/>
          <p:nvPr/>
        </p:nvSpPr>
        <p:spPr>
          <a:xfrm>
            <a:off x="11767733" y="147797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C19AECE2-4B1D-4C27-A55B-8CB7A41C8940}"/>
              </a:ext>
            </a:extLst>
          </p:cNvPr>
          <p:cNvSpPr/>
          <p:nvPr/>
        </p:nvSpPr>
        <p:spPr>
          <a:xfrm>
            <a:off x="16057866" y="1534193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  <p:sp>
        <p:nvSpPr>
          <p:cNvPr id="17" name="Google Shape;198;p22">
            <a:extLst>
              <a:ext uri="{FF2B5EF4-FFF2-40B4-BE49-F238E27FC236}">
                <a16:creationId xmlns:a16="http://schemas.microsoft.com/office/drawing/2014/main" id="{06BCF74C-43DB-42B9-B125-6C1D11CF90E2}"/>
              </a:ext>
            </a:extLst>
          </p:cNvPr>
          <p:cNvSpPr/>
          <p:nvPr/>
        </p:nvSpPr>
        <p:spPr>
          <a:xfrm>
            <a:off x="11563948" y="652236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44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44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A1C598BF-5EFB-4B24-92A3-004271612E2F}"/>
              </a:ext>
            </a:extLst>
          </p:cNvPr>
          <p:cNvSpPr/>
          <p:nvPr/>
        </p:nvSpPr>
        <p:spPr>
          <a:xfrm>
            <a:off x="11739328" y="6005340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  <p:sp>
        <p:nvSpPr>
          <p:cNvPr id="47" name="Google Shape;176;p22">
            <a:extLst>
              <a:ext uri="{FF2B5EF4-FFF2-40B4-BE49-F238E27FC236}">
                <a16:creationId xmlns:a16="http://schemas.microsoft.com/office/drawing/2014/main" id="{E3F6BFC5-BE40-4977-826D-31BEED161367}"/>
              </a:ext>
            </a:extLst>
          </p:cNvPr>
          <p:cNvSpPr/>
          <p:nvPr/>
        </p:nvSpPr>
        <p:spPr>
          <a:xfrm>
            <a:off x="6502255" y="4730071"/>
            <a:ext cx="684369" cy="87240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" name="Google Shape;180;p22">
            <a:extLst>
              <a:ext uri="{FF2B5EF4-FFF2-40B4-BE49-F238E27FC236}">
                <a16:creationId xmlns:a16="http://schemas.microsoft.com/office/drawing/2014/main" id="{4B11DFCE-3F42-4AB4-A21B-FF25CBF3FE15}"/>
              </a:ext>
            </a:extLst>
          </p:cNvPr>
          <p:cNvSpPr/>
          <p:nvPr/>
        </p:nvSpPr>
        <p:spPr>
          <a:xfrm>
            <a:off x="7295886" y="4739880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9" name="Google Shape;180;p22">
            <a:extLst>
              <a:ext uri="{FF2B5EF4-FFF2-40B4-BE49-F238E27FC236}">
                <a16:creationId xmlns:a16="http://schemas.microsoft.com/office/drawing/2014/main" id="{D8382FC8-044D-4F2B-B19F-60DF00BD7289}"/>
              </a:ext>
            </a:extLst>
          </p:cNvPr>
          <p:cNvSpPr/>
          <p:nvPr/>
        </p:nvSpPr>
        <p:spPr>
          <a:xfrm>
            <a:off x="8052248" y="4739880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175;p22">
            <a:extLst>
              <a:ext uri="{FF2B5EF4-FFF2-40B4-BE49-F238E27FC236}">
                <a16:creationId xmlns:a16="http://schemas.microsoft.com/office/drawing/2014/main" id="{10D29417-E99E-4D49-952A-DA9729CC7CA0}"/>
              </a:ext>
            </a:extLst>
          </p:cNvPr>
          <p:cNvSpPr/>
          <p:nvPr/>
        </p:nvSpPr>
        <p:spPr>
          <a:xfrm>
            <a:off x="15451429" y="4715510"/>
            <a:ext cx="636665" cy="872284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1" name="Google Shape;187;p22">
            <a:extLst>
              <a:ext uri="{FF2B5EF4-FFF2-40B4-BE49-F238E27FC236}">
                <a16:creationId xmlns:a16="http://schemas.microsoft.com/office/drawing/2014/main" id="{21AD6515-4023-4C94-8C34-65968BE6860C}"/>
              </a:ext>
            </a:extLst>
          </p:cNvPr>
          <p:cNvSpPr/>
          <p:nvPr/>
        </p:nvSpPr>
        <p:spPr>
          <a:xfrm>
            <a:off x="14755816" y="4715394"/>
            <a:ext cx="601006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2" name="Google Shape;192;p22">
            <a:extLst>
              <a:ext uri="{FF2B5EF4-FFF2-40B4-BE49-F238E27FC236}">
                <a16:creationId xmlns:a16="http://schemas.microsoft.com/office/drawing/2014/main" id="{EB6E2CAD-DC98-4318-AB7C-E144EB8ADFC0}"/>
              </a:ext>
            </a:extLst>
          </p:cNvPr>
          <p:cNvSpPr/>
          <p:nvPr/>
        </p:nvSpPr>
        <p:spPr>
          <a:xfrm>
            <a:off x="16179194" y="4712830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192;p22">
            <a:extLst>
              <a:ext uri="{FF2B5EF4-FFF2-40B4-BE49-F238E27FC236}">
                <a16:creationId xmlns:a16="http://schemas.microsoft.com/office/drawing/2014/main" id="{19432BAB-FAD1-4F51-A400-CE7991F27F0C}"/>
              </a:ext>
            </a:extLst>
          </p:cNvPr>
          <p:cNvSpPr/>
          <p:nvPr/>
        </p:nvSpPr>
        <p:spPr>
          <a:xfrm>
            <a:off x="16917394" y="4712830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" name="Google Shape;174;p22">
            <a:extLst>
              <a:ext uri="{FF2B5EF4-FFF2-40B4-BE49-F238E27FC236}">
                <a16:creationId xmlns:a16="http://schemas.microsoft.com/office/drawing/2014/main" id="{3763697F-5544-4E35-8344-71CF148BD106}"/>
              </a:ext>
            </a:extLst>
          </p:cNvPr>
          <p:cNvSpPr/>
          <p:nvPr/>
        </p:nvSpPr>
        <p:spPr>
          <a:xfrm>
            <a:off x="11172893" y="4756681"/>
            <a:ext cx="594840" cy="872284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186;p22">
            <a:extLst>
              <a:ext uri="{FF2B5EF4-FFF2-40B4-BE49-F238E27FC236}">
                <a16:creationId xmlns:a16="http://schemas.microsoft.com/office/drawing/2014/main" id="{7FC0357C-3E9F-43C7-A234-CEE3E22EDEDD}"/>
              </a:ext>
            </a:extLst>
          </p:cNvPr>
          <p:cNvSpPr/>
          <p:nvPr/>
        </p:nvSpPr>
        <p:spPr>
          <a:xfrm>
            <a:off x="11895430" y="4756681"/>
            <a:ext cx="653582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201;p22">
            <a:extLst>
              <a:ext uri="{FF2B5EF4-FFF2-40B4-BE49-F238E27FC236}">
                <a16:creationId xmlns:a16="http://schemas.microsoft.com/office/drawing/2014/main" id="{094BA364-1AA4-4A20-84A5-E076CB3E841D}"/>
              </a:ext>
            </a:extLst>
          </p:cNvPr>
          <p:cNvSpPr/>
          <p:nvPr/>
        </p:nvSpPr>
        <p:spPr>
          <a:xfrm>
            <a:off x="10398096" y="4756311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sh</a:t>
            </a:r>
            <a:endParaRPr sz="2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186;p22">
            <a:extLst>
              <a:ext uri="{FF2B5EF4-FFF2-40B4-BE49-F238E27FC236}">
                <a16:creationId xmlns:a16="http://schemas.microsoft.com/office/drawing/2014/main" id="{0BB9FEEE-1EF1-4F98-8BFB-181764901B9E}"/>
              </a:ext>
            </a:extLst>
          </p:cNvPr>
          <p:cNvSpPr/>
          <p:nvPr/>
        </p:nvSpPr>
        <p:spPr>
          <a:xfrm>
            <a:off x="12676709" y="4756311"/>
            <a:ext cx="653582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FF6EEED0-EAD9-495D-8BA9-E90F7C2910CF}"/>
              </a:ext>
            </a:extLst>
          </p:cNvPr>
          <p:cNvSpPr/>
          <p:nvPr/>
        </p:nvSpPr>
        <p:spPr>
          <a:xfrm>
            <a:off x="8179048" y="4329140"/>
            <a:ext cx="393499" cy="294247"/>
          </a:xfrm>
          <a:prstGeom prst="star5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0F58A941-2613-4D5F-ACE9-1A78FD6F7B86}"/>
              </a:ext>
            </a:extLst>
          </p:cNvPr>
          <p:cNvSpPr/>
          <p:nvPr/>
        </p:nvSpPr>
        <p:spPr>
          <a:xfrm>
            <a:off x="12806750" y="4341136"/>
            <a:ext cx="393499" cy="294247"/>
          </a:xfrm>
          <a:prstGeom prst="star5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0107853F-5562-4525-B1D7-40E16DB0A550}"/>
              </a:ext>
            </a:extLst>
          </p:cNvPr>
          <p:cNvSpPr/>
          <p:nvPr/>
        </p:nvSpPr>
        <p:spPr>
          <a:xfrm>
            <a:off x="17044194" y="4324390"/>
            <a:ext cx="393499" cy="294247"/>
          </a:xfrm>
          <a:prstGeom prst="star5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52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0" y="0"/>
            <a:ext cx="5903807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Word Elements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70DBD-D825-436E-BA88-F5F2F83BD165}"/>
              </a:ext>
            </a:extLst>
          </p:cNvPr>
          <p:cNvSpPr txBox="1"/>
          <p:nvPr/>
        </p:nvSpPr>
        <p:spPr>
          <a:xfrm>
            <a:off x="17229591" y="0"/>
            <a:ext cx="197280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Notebook</a:t>
            </a:r>
          </a:p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FC884EC7-1A96-4982-A550-C8B3907C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97" y="-196033"/>
            <a:ext cx="2387636" cy="820898"/>
          </a:xfrm>
        </p:spPr>
        <p:txBody>
          <a:bodyPr/>
          <a:lstStyle/>
          <a:p>
            <a:r>
              <a:rPr lang="en-US" sz="3300" dirty="0"/>
              <a:t>Review 1.6</a:t>
            </a:r>
          </a:p>
        </p:txBody>
      </p:sp>
      <p:sp>
        <p:nvSpPr>
          <p:cNvPr id="20" name="Google Shape;198;p22">
            <a:extLst>
              <a:ext uri="{FF2B5EF4-FFF2-40B4-BE49-F238E27FC236}">
                <a16:creationId xmlns:a16="http://schemas.microsoft.com/office/drawing/2014/main" id="{16730A02-1772-495B-873A-8BCBEFA4298A}"/>
              </a:ext>
            </a:extLst>
          </p:cNvPr>
          <p:cNvSpPr/>
          <p:nvPr/>
        </p:nvSpPr>
        <p:spPr>
          <a:xfrm>
            <a:off x="10889705" y="1035179"/>
            <a:ext cx="1983845" cy="175475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41130" rIns="82283" bIns="41130" anchor="ctr" anchorCtr="0">
            <a:noAutofit/>
          </a:bodyPr>
          <a:lstStyle/>
          <a:p>
            <a:pPr defTabSz="685789"/>
            <a:r>
              <a:rPr lang="en-US" sz="7200" dirty="0">
                <a:solidFill>
                  <a:schemeClr val="tx2"/>
                </a:solidFill>
              </a:rPr>
              <a:t>-s</a:t>
            </a:r>
            <a:endParaRPr lang="en-US" sz="1276" dirty="0">
              <a:solidFill>
                <a:schemeClr val="tx2"/>
              </a:solidFill>
            </a:endParaRPr>
          </a:p>
          <a:p>
            <a:pPr defTabSz="685789"/>
            <a:r>
              <a:rPr lang="en-US" sz="1276" dirty="0">
                <a:solidFill>
                  <a:schemeClr val="tx2"/>
                </a:solidFill>
              </a:rPr>
              <a:t>Plural - More than one</a:t>
            </a:r>
          </a:p>
          <a:p>
            <a:pPr defTabSz="685789"/>
            <a:r>
              <a:rPr lang="en-US" sz="1276" dirty="0">
                <a:solidFill>
                  <a:schemeClr val="tx2"/>
                </a:solidFill>
              </a:rPr>
              <a:t>Action Verb</a:t>
            </a:r>
          </a:p>
        </p:txBody>
      </p:sp>
      <p:sp>
        <p:nvSpPr>
          <p:cNvPr id="21" name="Google Shape;178;p22">
            <a:extLst>
              <a:ext uri="{FF2B5EF4-FFF2-40B4-BE49-F238E27FC236}">
                <a16:creationId xmlns:a16="http://schemas.microsoft.com/office/drawing/2014/main" id="{1C13FED0-19D7-4E5B-8213-3EE11FBBE982}"/>
              </a:ext>
            </a:extLst>
          </p:cNvPr>
          <p:cNvSpPr/>
          <p:nvPr/>
        </p:nvSpPr>
        <p:spPr>
          <a:xfrm>
            <a:off x="5477897" y="1035551"/>
            <a:ext cx="1749563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r>
              <a:rPr lang="en-US" sz="7200" dirty="0" err="1">
                <a:solidFill>
                  <a:schemeClr val="tx2"/>
                </a:solidFill>
              </a:rPr>
              <a:t>sh</a:t>
            </a:r>
            <a:endParaRPr sz="3840" dirty="0">
              <a:solidFill>
                <a:schemeClr val="tx2"/>
              </a:solidFill>
            </a:endParaRPr>
          </a:p>
        </p:txBody>
      </p:sp>
      <p:sp>
        <p:nvSpPr>
          <p:cNvPr id="22" name="Google Shape;177;p22">
            <a:extLst>
              <a:ext uri="{FF2B5EF4-FFF2-40B4-BE49-F238E27FC236}">
                <a16:creationId xmlns:a16="http://schemas.microsoft.com/office/drawing/2014/main" id="{0E28BA82-0A31-4672-A647-97392F3D7C0B}"/>
              </a:ext>
            </a:extLst>
          </p:cNvPr>
          <p:cNvSpPr/>
          <p:nvPr/>
        </p:nvSpPr>
        <p:spPr>
          <a:xfrm>
            <a:off x="7396296" y="1035316"/>
            <a:ext cx="1590695" cy="1754986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r>
              <a:rPr lang="en-US" sz="7200" dirty="0">
                <a:solidFill>
                  <a:schemeClr val="tx2"/>
                </a:solidFill>
              </a:rPr>
              <a:t>o</a:t>
            </a:r>
            <a:endParaRPr sz="3840" dirty="0">
              <a:solidFill>
                <a:schemeClr val="tx2"/>
              </a:solidFill>
            </a:endParaRPr>
          </a:p>
        </p:txBody>
      </p:sp>
      <p:sp>
        <p:nvSpPr>
          <p:cNvPr id="23" name="Google Shape;181;p22">
            <a:extLst>
              <a:ext uri="{FF2B5EF4-FFF2-40B4-BE49-F238E27FC236}">
                <a16:creationId xmlns:a16="http://schemas.microsoft.com/office/drawing/2014/main" id="{5FE30BA8-4FD2-4DFE-AA2D-B9DF69E87BC4}"/>
              </a:ext>
            </a:extLst>
          </p:cNvPr>
          <p:cNvSpPr/>
          <p:nvPr/>
        </p:nvSpPr>
        <p:spPr>
          <a:xfrm>
            <a:off x="9155825" y="1035412"/>
            <a:ext cx="1565044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r>
              <a:rPr lang="en-US" sz="7200" dirty="0">
                <a:solidFill>
                  <a:schemeClr val="tx2"/>
                </a:solidFill>
              </a:rPr>
              <a:t>p</a:t>
            </a:r>
            <a:endParaRPr sz="3840" dirty="0">
              <a:solidFill>
                <a:schemeClr val="tx2"/>
              </a:solidFill>
            </a:endParaRP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8F7D2C1C-EF6F-4CDE-83FD-E6AD00AE2C98}"/>
              </a:ext>
            </a:extLst>
          </p:cNvPr>
          <p:cNvSpPr txBox="1">
            <a:spLocks/>
          </p:cNvSpPr>
          <p:nvPr/>
        </p:nvSpPr>
        <p:spPr>
          <a:xfrm>
            <a:off x="-79842" y="3317707"/>
            <a:ext cx="4365171" cy="216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137157" indent="0" defTabSz="1097263">
              <a:lnSpc>
                <a:spcPct val="100000"/>
              </a:lnSpc>
              <a:buClr>
                <a:srgbClr val="000000"/>
              </a:buClr>
              <a:buNone/>
              <a:defRPr/>
            </a:pPr>
            <a:r>
              <a:rPr lang="en-US" sz="5760" dirty="0">
                <a:solidFill>
                  <a:schemeClr val="tx2"/>
                </a:solidFill>
              </a:rPr>
              <a:t>1. </a:t>
            </a:r>
            <a:r>
              <a:rPr lang="en-US" sz="5760" u="sng" dirty="0">
                <a:solidFill>
                  <a:schemeClr val="tx2"/>
                </a:solidFill>
              </a:rPr>
              <a:t>Baseword</a:t>
            </a:r>
            <a:endParaRPr lang="en-US" sz="5760" dirty="0">
              <a:solidFill>
                <a:schemeClr val="tx2"/>
              </a:solidFill>
            </a:endParaRPr>
          </a:p>
          <a:p>
            <a:pPr marL="137157" indent="0" defTabSz="1097263">
              <a:lnSpc>
                <a:spcPct val="100000"/>
              </a:lnSpc>
              <a:buClr>
                <a:srgbClr val="000000"/>
              </a:buClr>
              <a:buNone/>
              <a:defRPr/>
            </a:pPr>
            <a:r>
              <a:rPr lang="en-US" sz="5760" dirty="0">
                <a:solidFill>
                  <a:schemeClr val="tx2"/>
                </a:solidFill>
              </a:rPr>
              <a:t>2. </a:t>
            </a:r>
            <a:r>
              <a:rPr lang="en-US" sz="5760" u="sng" dirty="0">
                <a:solidFill>
                  <a:srgbClr val="FF0000"/>
                </a:solidFill>
              </a:rPr>
              <a:t>Suffix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74532D-68BA-43F1-A739-D75E0B523861}"/>
              </a:ext>
            </a:extLst>
          </p:cNvPr>
          <p:cNvGrpSpPr/>
          <p:nvPr/>
        </p:nvGrpSpPr>
        <p:grpSpPr>
          <a:xfrm>
            <a:off x="5477895" y="3073966"/>
            <a:ext cx="5242974" cy="904863"/>
            <a:chOff x="3022020" y="5218044"/>
            <a:chExt cx="4369145" cy="75405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2BD550-0662-4632-BC14-EB7E8D57E2A5}"/>
                </a:ext>
              </a:extLst>
            </p:cNvPr>
            <p:cNvCxnSpPr/>
            <p:nvPr/>
          </p:nvCxnSpPr>
          <p:spPr>
            <a:xfrm>
              <a:off x="3022020" y="5218044"/>
              <a:ext cx="4369145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7C0AD2-4251-4A13-942E-FCC1F0C25138}"/>
                </a:ext>
              </a:extLst>
            </p:cNvPr>
            <p:cNvSpPr/>
            <p:nvPr/>
          </p:nvSpPr>
          <p:spPr>
            <a:xfrm>
              <a:off x="3508657" y="5218044"/>
              <a:ext cx="3395870" cy="754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28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Baseword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F84B3D-59CF-4A43-A09B-1FF9037E9967}"/>
              </a:ext>
            </a:extLst>
          </p:cNvPr>
          <p:cNvGrpSpPr/>
          <p:nvPr/>
        </p:nvGrpSpPr>
        <p:grpSpPr>
          <a:xfrm>
            <a:off x="10629920" y="780266"/>
            <a:ext cx="5058642" cy="2325749"/>
            <a:chOff x="7313856" y="3279920"/>
            <a:chExt cx="4215535" cy="193812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4F50DB7-4B99-40F4-9B59-F47C34F1EC9F}"/>
                </a:ext>
              </a:extLst>
            </p:cNvPr>
            <p:cNvSpPr/>
            <p:nvPr/>
          </p:nvSpPr>
          <p:spPr>
            <a:xfrm>
              <a:off x="7313856" y="3279920"/>
              <a:ext cx="2089216" cy="1938124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419" sz="2016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141E276-F7ED-4F35-8644-D9FDCD62D703}"/>
                </a:ext>
              </a:extLst>
            </p:cNvPr>
            <p:cNvSpPr/>
            <p:nvPr/>
          </p:nvSpPr>
          <p:spPr>
            <a:xfrm>
              <a:off x="9072728" y="3351997"/>
              <a:ext cx="2456663" cy="754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528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Suffix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1B38770C-9C4B-49AA-BC58-B5A0C81BDC84}"/>
              </a:ext>
            </a:extLst>
          </p:cNvPr>
          <p:cNvSpPr/>
          <p:nvPr/>
        </p:nvSpPr>
        <p:spPr>
          <a:xfrm>
            <a:off x="203837" y="6088308"/>
            <a:ext cx="4841239" cy="33126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280" b="1" dirty="0">
                <a:solidFill>
                  <a:srgbClr val="FF0000"/>
                </a:solidFill>
              </a:rPr>
              <a:t>-s, -es</a:t>
            </a:r>
            <a:endParaRPr lang="en-US" sz="5280" b="1" dirty="0">
              <a:solidFill>
                <a:schemeClr val="tx1"/>
              </a:solidFill>
            </a:endParaRPr>
          </a:p>
          <a:p>
            <a:pPr marL="914400" indent="-914400" algn="ctr">
              <a:buFont typeface="+mj-lt"/>
              <a:buAutoNum type="arabicPeriod"/>
            </a:pPr>
            <a:r>
              <a:rPr lang="en-US" sz="5280" b="1" dirty="0">
                <a:solidFill>
                  <a:schemeClr val="tx1"/>
                </a:solidFill>
              </a:rPr>
              <a:t>More than one (Plural)</a:t>
            </a:r>
          </a:p>
          <a:p>
            <a:pPr marL="914400" indent="-914400" algn="ctr">
              <a:buFont typeface="+mj-lt"/>
              <a:buAutoNum type="arabicPeriod"/>
            </a:pPr>
            <a:r>
              <a:rPr lang="en-US" sz="5280" b="1" dirty="0">
                <a:solidFill>
                  <a:schemeClr val="tx1"/>
                </a:solidFill>
              </a:rPr>
              <a:t>Action Verb</a:t>
            </a:r>
          </a:p>
        </p:txBody>
      </p:sp>
      <p:sp>
        <p:nvSpPr>
          <p:cNvPr id="34" name="Google Shape;198;p22">
            <a:extLst>
              <a:ext uri="{FF2B5EF4-FFF2-40B4-BE49-F238E27FC236}">
                <a16:creationId xmlns:a16="http://schemas.microsoft.com/office/drawing/2014/main" id="{07B1DBE9-EE29-42CF-82A9-3F2DC8DAAA8D}"/>
              </a:ext>
            </a:extLst>
          </p:cNvPr>
          <p:cNvSpPr/>
          <p:nvPr/>
        </p:nvSpPr>
        <p:spPr>
          <a:xfrm>
            <a:off x="2573967" y="44348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5" name="Google Shape;198;p22">
            <a:extLst>
              <a:ext uri="{FF2B5EF4-FFF2-40B4-BE49-F238E27FC236}">
                <a16:creationId xmlns:a16="http://schemas.microsoft.com/office/drawing/2014/main" id="{19E9DD6F-0628-48D8-9B0B-BB6CDE257EA6}"/>
              </a:ext>
            </a:extLst>
          </p:cNvPr>
          <p:cNvSpPr/>
          <p:nvPr/>
        </p:nvSpPr>
        <p:spPr>
          <a:xfrm>
            <a:off x="3632250" y="44348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9" name="Google Shape;198;p22">
            <a:extLst>
              <a:ext uri="{FF2B5EF4-FFF2-40B4-BE49-F238E27FC236}">
                <a16:creationId xmlns:a16="http://schemas.microsoft.com/office/drawing/2014/main" id="{7998FB64-9FFB-451E-9EAB-D31CFE3193F6}"/>
              </a:ext>
            </a:extLst>
          </p:cNvPr>
          <p:cNvSpPr/>
          <p:nvPr/>
        </p:nvSpPr>
        <p:spPr>
          <a:xfrm>
            <a:off x="10797442" y="4333555"/>
            <a:ext cx="1983845" cy="175475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41130" rIns="82283" bIns="41130" anchor="ctr" anchorCtr="0">
            <a:noAutofit/>
          </a:bodyPr>
          <a:lstStyle/>
          <a:p>
            <a:pPr defTabSz="685789">
              <a:buClr>
                <a:srgbClr val="000000"/>
              </a:buClr>
              <a:buFont typeface="Arial"/>
              <a:buNone/>
            </a:pPr>
            <a:r>
              <a:rPr lang="en-US" sz="7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-s</a:t>
            </a:r>
            <a:endParaRPr lang="en-US" sz="127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85789">
              <a:buClr>
                <a:srgbClr val="000000"/>
              </a:buClr>
              <a:buFont typeface="Arial"/>
              <a:buNone/>
            </a:pPr>
            <a:r>
              <a:rPr lang="en-US" sz="1276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Plural - More than one</a:t>
            </a:r>
          </a:p>
          <a:p>
            <a:pPr defTabSz="685789">
              <a:buClr>
                <a:srgbClr val="000000"/>
              </a:buClr>
              <a:buFont typeface="Arial"/>
              <a:buNone/>
            </a:pPr>
            <a:r>
              <a:rPr lang="en-US" sz="1276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Action Verb</a:t>
            </a:r>
          </a:p>
        </p:txBody>
      </p:sp>
      <p:sp>
        <p:nvSpPr>
          <p:cNvPr id="40" name="Google Shape;178;p22">
            <a:extLst>
              <a:ext uri="{FF2B5EF4-FFF2-40B4-BE49-F238E27FC236}">
                <a16:creationId xmlns:a16="http://schemas.microsoft.com/office/drawing/2014/main" id="{B66F0D30-19BC-4EA5-903D-99C01992A940}"/>
              </a:ext>
            </a:extLst>
          </p:cNvPr>
          <p:cNvSpPr/>
          <p:nvPr/>
        </p:nvSpPr>
        <p:spPr>
          <a:xfrm>
            <a:off x="5385634" y="4333927"/>
            <a:ext cx="1749563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7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</a:t>
            </a:r>
            <a:endParaRPr sz="384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177;p22">
            <a:extLst>
              <a:ext uri="{FF2B5EF4-FFF2-40B4-BE49-F238E27FC236}">
                <a16:creationId xmlns:a16="http://schemas.microsoft.com/office/drawing/2014/main" id="{A8DDBB46-4772-4240-857E-92A5B4E391B7}"/>
              </a:ext>
            </a:extLst>
          </p:cNvPr>
          <p:cNvSpPr/>
          <p:nvPr/>
        </p:nvSpPr>
        <p:spPr>
          <a:xfrm>
            <a:off x="7304033" y="4333692"/>
            <a:ext cx="1590695" cy="1754986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7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u</a:t>
            </a:r>
            <a:endParaRPr sz="384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181;p22">
            <a:extLst>
              <a:ext uri="{FF2B5EF4-FFF2-40B4-BE49-F238E27FC236}">
                <a16:creationId xmlns:a16="http://schemas.microsoft.com/office/drawing/2014/main" id="{E237762F-C355-466D-AA8B-951539D772D9}"/>
              </a:ext>
            </a:extLst>
          </p:cNvPr>
          <p:cNvSpPr/>
          <p:nvPr/>
        </p:nvSpPr>
        <p:spPr>
          <a:xfrm>
            <a:off x="9063562" y="4333788"/>
            <a:ext cx="1565044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7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</a:t>
            </a:r>
            <a:endParaRPr sz="384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2D1FAE-26F2-464B-89EB-E88A88487DE7}"/>
              </a:ext>
            </a:extLst>
          </p:cNvPr>
          <p:cNvGrpSpPr/>
          <p:nvPr/>
        </p:nvGrpSpPr>
        <p:grpSpPr>
          <a:xfrm>
            <a:off x="5385632" y="6372342"/>
            <a:ext cx="5242974" cy="904863"/>
            <a:chOff x="3022020" y="5218044"/>
            <a:chExt cx="4369145" cy="75405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E7834DC-D993-41FD-990D-3F7076F64AA1}"/>
                </a:ext>
              </a:extLst>
            </p:cNvPr>
            <p:cNvCxnSpPr/>
            <p:nvPr/>
          </p:nvCxnSpPr>
          <p:spPr>
            <a:xfrm>
              <a:off x="3022020" y="5218044"/>
              <a:ext cx="4369145" cy="0"/>
            </a:xfrm>
            <a:prstGeom prst="lin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5F70E2B-6406-48B2-80C3-E2F207ABA2B3}"/>
                </a:ext>
              </a:extLst>
            </p:cNvPr>
            <p:cNvSpPr/>
            <p:nvPr/>
          </p:nvSpPr>
          <p:spPr>
            <a:xfrm>
              <a:off x="3508657" y="5218044"/>
              <a:ext cx="3395870" cy="754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5280" b="1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Baseword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29B1888-9889-494A-B028-9AE7F03ED93D}"/>
              </a:ext>
            </a:extLst>
          </p:cNvPr>
          <p:cNvGrpSpPr/>
          <p:nvPr/>
        </p:nvGrpSpPr>
        <p:grpSpPr>
          <a:xfrm>
            <a:off x="10502243" y="4048056"/>
            <a:ext cx="5058642" cy="2325749"/>
            <a:chOff x="7313856" y="3279920"/>
            <a:chExt cx="4215535" cy="1938124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1FA6CE4-3184-49BB-AD32-E843F4B3ABC4}"/>
                </a:ext>
              </a:extLst>
            </p:cNvPr>
            <p:cNvSpPr/>
            <p:nvPr/>
          </p:nvSpPr>
          <p:spPr>
            <a:xfrm>
              <a:off x="7313856" y="3279920"/>
              <a:ext cx="2089216" cy="1938124"/>
            </a:xfrm>
            <a:prstGeom prst="ellips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419" sz="2016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B8A2907-6207-46FB-A726-7538033EAAF7}"/>
                </a:ext>
              </a:extLst>
            </p:cNvPr>
            <p:cNvSpPr/>
            <p:nvPr/>
          </p:nvSpPr>
          <p:spPr>
            <a:xfrm>
              <a:off x="9072728" y="3351997"/>
              <a:ext cx="2456663" cy="754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528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Suffix</a:t>
              </a: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1A7CA4C-3544-45C0-A4AA-7FC538B40760}"/>
              </a:ext>
            </a:extLst>
          </p:cNvPr>
          <p:cNvSpPr/>
          <p:nvPr/>
        </p:nvSpPr>
        <p:spPr>
          <a:xfrm>
            <a:off x="13395700" y="5147320"/>
            <a:ext cx="3359344" cy="111563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-s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= 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/z/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BF1350-BA09-4005-8EA4-03598C5A76DD}"/>
              </a:ext>
            </a:extLst>
          </p:cNvPr>
          <p:cNvSpPr/>
          <p:nvPr/>
        </p:nvSpPr>
        <p:spPr>
          <a:xfrm>
            <a:off x="13395700" y="1812164"/>
            <a:ext cx="3359344" cy="111563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-s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= 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/s/</a:t>
            </a:r>
          </a:p>
        </p:txBody>
      </p:sp>
      <p:sp>
        <p:nvSpPr>
          <p:cNvPr id="51" name="Google Shape;198;p22">
            <a:extLst>
              <a:ext uri="{FF2B5EF4-FFF2-40B4-BE49-F238E27FC236}">
                <a16:creationId xmlns:a16="http://schemas.microsoft.com/office/drawing/2014/main" id="{28B1A83E-CF87-47F8-8948-47726AB7A17B}"/>
              </a:ext>
            </a:extLst>
          </p:cNvPr>
          <p:cNvSpPr/>
          <p:nvPr/>
        </p:nvSpPr>
        <p:spPr>
          <a:xfrm>
            <a:off x="10797440" y="7487015"/>
            <a:ext cx="1983845" cy="175475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41130" rIns="82283" bIns="41130" anchor="ctr" anchorCtr="0">
            <a:noAutofit/>
          </a:bodyPr>
          <a:lstStyle/>
          <a:p>
            <a:pPr defTabSz="685789"/>
            <a:r>
              <a:rPr lang="en-US" sz="7200" dirty="0">
                <a:solidFill>
                  <a:schemeClr val="tx2"/>
                </a:solidFill>
              </a:rPr>
              <a:t>-es</a:t>
            </a:r>
            <a:endParaRPr lang="en-US" sz="1276" dirty="0">
              <a:solidFill>
                <a:schemeClr val="tx2"/>
              </a:solidFill>
            </a:endParaRPr>
          </a:p>
          <a:p>
            <a:pPr defTabSz="685789"/>
            <a:r>
              <a:rPr lang="en-US" sz="1276" dirty="0">
                <a:solidFill>
                  <a:schemeClr val="tx2"/>
                </a:solidFill>
              </a:rPr>
              <a:t>Plural - More than one</a:t>
            </a:r>
          </a:p>
          <a:p>
            <a:pPr defTabSz="685789"/>
            <a:r>
              <a:rPr lang="en-US" sz="1276" dirty="0">
                <a:solidFill>
                  <a:schemeClr val="tx2"/>
                </a:solidFill>
              </a:rPr>
              <a:t>Action Verb</a:t>
            </a:r>
          </a:p>
        </p:txBody>
      </p:sp>
      <p:sp>
        <p:nvSpPr>
          <p:cNvPr id="52" name="Google Shape;178;p22">
            <a:extLst>
              <a:ext uri="{FF2B5EF4-FFF2-40B4-BE49-F238E27FC236}">
                <a16:creationId xmlns:a16="http://schemas.microsoft.com/office/drawing/2014/main" id="{6EC1EDEF-E95A-4E48-8F71-20878217A565}"/>
              </a:ext>
            </a:extLst>
          </p:cNvPr>
          <p:cNvSpPr/>
          <p:nvPr/>
        </p:nvSpPr>
        <p:spPr>
          <a:xfrm>
            <a:off x="5385632" y="7487387"/>
            <a:ext cx="1749563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63"/>
            <a:r>
              <a:rPr lang="en-US" sz="7200" dirty="0">
                <a:solidFill>
                  <a:schemeClr val="tx2"/>
                </a:solidFill>
              </a:rPr>
              <a:t>m</a:t>
            </a:r>
            <a:endParaRPr sz="3840" dirty="0">
              <a:solidFill>
                <a:schemeClr val="tx2"/>
              </a:solidFill>
            </a:endParaRPr>
          </a:p>
        </p:txBody>
      </p:sp>
      <p:sp>
        <p:nvSpPr>
          <p:cNvPr id="53" name="Google Shape;177;p22">
            <a:extLst>
              <a:ext uri="{FF2B5EF4-FFF2-40B4-BE49-F238E27FC236}">
                <a16:creationId xmlns:a16="http://schemas.microsoft.com/office/drawing/2014/main" id="{3D9F5800-B7C3-4CFE-8056-B3FC2A68E2D5}"/>
              </a:ext>
            </a:extLst>
          </p:cNvPr>
          <p:cNvSpPr/>
          <p:nvPr/>
        </p:nvSpPr>
        <p:spPr>
          <a:xfrm>
            <a:off x="7304031" y="7487152"/>
            <a:ext cx="1590695" cy="1754986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63"/>
            <a:r>
              <a:rPr lang="en-US" sz="7200" dirty="0">
                <a:solidFill>
                  <a:schemeClr val="tx2"/>
                </a:solidFill>
              </a:rPr>
              <a:t>i</a:t>
            </a:r>
            <a:endParaRPr sz="3840" dirty="0">
              <a:solidFill>
                <a:schemeClr val="tx2"/>
              </a:solidFill>
            </a:endParaRPr>
          </a:p>
        </p:txBody>
      </p:sp>
      <p:sp>
        <p:nvSpPr>
          <p:cNvPr id="54" name="Google Shape;181;p22">
            <a:extLst>
              <a:ext uri="{FF2B5EF4-FFF2-40B4-BE49-F238E27FC236}">
                <a16:creationId xmlns:a16="http://schemas.microsoft.com/office/drawing/2014/main" id="{132467D0-4FA3-44FA-8C85-E7148F878027}"/>
              </a:ext>
            </a:extLst>
          </p:cNvPr>
          <p:cNvSpPr/>
          <p:nvPr/>
        </p:nvSpPr>
        <p:spPr>
          <a:xfrm>
            <a:off x="9063560" y="7487248"/>
            <a:ext cx="1565044" cy="1754753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63"/>
            <a:r>
              <a:rPr lang="en-US" sz="7200" dirty="0">
                <a:solidFill>
                  <a:schemeClr val="tx2"/>
                </a:solidFill>
              </a:rPr>
              <a:t>x</a:t>
            </a:r>
            <a:endParaRPr sz="3840" dirty="0">
              <a:solidFill>
                <a:schemeClr val="tx2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C0BA4AD-A612-48A5-9E65-C6B45C1883C8}"/>
              </a:ext>
            </a:extLst>
          </p:cNvPr>
          <p:cNvGrpSpPr/>
          <p:nvPr/>
        </p:nvGrpSpPr>
        <p:grpSpPr>
          <a:xfrm>
            <a:off x="5385630" y="9525802"/>
            <a:ext cx="5242974" cy="904863"/>
            <a:chOff x="3022020" y="5218044"/>
            <a:chExt cx="4369145" cy="754051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7F43C36-F2F3-4504-B5D6-BA3CF0B2AF33}"/>
                </a:ext>
              </a:extLst>
            </p:cNvPr>
            <p:cNvCxnSpPr/>
            <p:nvPr/>
          </p:nvCxnSpPr>
          <p:spPr>
            <a:xfrm>
              <a:off x="3022020" y="5218044"/>
              <a:ext cx="4369145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41D386A-0959-4A56-B8DE-744C49C98181}"/>
                </a:ext>
              </a:extLst>
            </p:cNvPr>
            <p:cNvSpPr/>
            <p:nvPr/>
          </p:nvSpPr>
          <p:spPr>
            <a:xfrm>
              <a:off x="3508657" y="5218044"/>
              <a:ext cx="3395870" cy="754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097263"/>
              <a:r>
                <a:rPr lang="en-US" sz="528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Baseword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BA8506A-C756-44E5-8A2E-5A1D44E5C781}"/>
              </a:ext>
            </a:extLst>
          </p:cNvPr>
          <p:cNvGrpSpPr/>
          <p:nvPr/>
        </p:nvGrpSpPr>
        <p:grpSpPr>
          <a:xfrm>
            <a:off x="10535833" y="7200048"/>
            <a:ext cx="5058642" cy="2325749"/>
            <a:chOff x="7313856" y="3279920"/>
            <a:chExt cx="4215535" cy="193812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56E412F-F90B-4704-B606-36FC38AA8E87}"/>
                </a:ext>
              </a:extLst>
            </p:cNvPr>
            <p:cNvSpPr/>
            <p:nvPr/>
          </p:nvSpPr>
          <p:spPr>
            <a:xfrm>
              <a:off x="7313856" y="3279920"/>
              <a:ext cx="2089216" cy="1938124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097263"/>
              <a:endParaRPr lang="es-419" sz="140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0D53657-1329-4461-93FB-B30577CA5709}"/>
                </a:ext>
              </a:extLst>
            </p:cNvPr>
            <p:cNvSpPr/>
            <p:nvPr/>
          </p:nvSpPr>
          <p:spPr>
            <a:xfrm>
              <a:off x="9072728" y="3351997"/>
              <a:ext cx="2456663" cy="754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097263"/>
              <a:r>
                <a:rPr lang="en-US" sz="528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Suffix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28A8C6F5-E823-4F11-A307-3AF4481EF553}"/>
              </a:ext>
            </a:extLst>
          </p:cNvPr>
          <p:cNvSpPr/>
          <p:nvPr/>
        </p:nvSpPr>
        <p:spPr>
          <a:xfrm>
            <a:off x="13408832" y="8159018"/>
            <a:ext cx="4203517" cy="1115638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-es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= 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/</a:t>
            </a:r>
            <a:r>
              <a:rPr kumimoji="0" lang="en-US" sz="7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iz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9843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9" grpId="0" animBg="1"/>
      <p:bldP spid="50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Review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11115065" y="595147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0186403" y="596221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2070063" y="595147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12989634" y="595147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Bonus Letter?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5" name="Star: 5 Points 114">
            <a:extLst>
              <a:ext uri="{FF2B5EF4-FFF2-40B4-BE49-F238E27FC236}">
                <a16:creationId xmlns:a16="http://schemas.microsoft.com/office/drawing/2014/main" id="{163E5071-8D1B-47F1-AC3D-36D747AC3E9D}"/>
              </a:ext>
            </a:extLst>
          </p:cNvPr>
          <p:cNvSpPr/>
          <p:nvPr/>
        </p:nvSpPr>
        <p:spPr>
          <a:xfrm>
            <a:off x="13165014" y="5442709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137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1" grpId="0" animBg="1"/>
      <p:bldP spid="71" grpId="0" animBg="1"/>
      <p:bldP spid="77" grpId="0" animBg="1"/>
      <p:bldP spid="108" grpId="0" animBg="1"/>
      <p:bldP spid="56" grpId="0"/>
      <p:bldP spid="1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Review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2403334" y="596221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3331996" y="59749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11474672" y="596221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4277903" y="596221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Bonus Letter?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474E1FD1-E447-4352-84AD-86E3ABBEC346}"/>
              </a:ext>
            </a:extLst>
          </p:cNvPr>
          <p:cNvSpPr/>
          <p:nvPr/>
        </p:nvSpPr>
        <p:spPr>
          <a:xfrm>
            <a:off x="14492056" y="5496042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844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9" grpId="0" animBg="1"/>
      <p:bldP spid="71" grpId="0" animBg="1"/>
      <p:bldP spid="82" grpId="0" animBg="1"/>
      <p:bldP spid="107" grpId="0" animBg="1"/>
      <p:bldP spid="56" grpId="0"/>
      <p:bldP spid="1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Review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982306" y="595858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11053593" y="596221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2911019" y="595858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3827326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Bonus Letter?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176935E8-E17D-4FEA-B020-CDD9D7C75F70}"/>
              </a:ext>
            </a:extLst>
          </p:cNvPr>
          <p:cNvSpPr/>
          <p:nvPr/>
        </p:nvSpPr>
        <p:spPr>
          <a:xfrm>
            <a:off x="13989136" y="5442709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175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 animBg="1"/>
      <p:bldP spid="66" grpId="0" animBg="1"/>
      <p:bldP spid="71" grpId="0" animBg="1"/>
      <p:bldP spid="107" grpId="0" animBg="1"/>
      <p:bldP spid="56" grpId="0"/>
      <p:bldP spid="1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Review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2108187" y="629919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1146136" y="629919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3016755" y="630682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13978806" y="630682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53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Nonsense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891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9" grpId="0" animBg="1"/>
      <p:bldP spid="68" grpId="0" animBg="1"/>
      <p:bldP spid="78" grpId="0" animBg="1"/>
      <p:bldP spid="109" grpId="0" animBg="1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Review Words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59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-8427" y="454253"/>
            <a:ext cx="658839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</a:p>
          <a:p>
            <a:pPr algn="ctr"/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</a:t>
            </a:r>
            <a:r>
              <a:rPr lang="en-US" sz="6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Glued Sounds</a:t>
            </a:r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”</a:t>
            </a:r>
            <a:endParaRPr lang="en-US" sz="9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DBD56-9E8B-491F-A7D7-EB2BD7F753FA}"/>
              </a:ext>
            </a:extLst>
          </p:cNvPr>
          <p:cNvSpPr/>
          <p:nvPr/>
        </p:nvSpPr>
        <p:spPr>
          <a:xfrm>
            <a:off x="541651" y="5093091"/>
            <a:ext cx="5780751" cy="4708981"/>
          </a:xfrm>
          <a:prstGeom prst="rect">
            <a:avLst/>
          </a:prstGeom>
          <a:solidFill>
            <a:srgbClr val="C6F7F3"/>
          </a:solidFill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Sounds that are so stuck together that they make a new sound.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70DBD-D825-436E-BA88-F5F2F83BD165}"/>
              </a:ext>
            </a:extLst>
          </p:cNvPr>
          <p:cNvSpPr txBox="1"/>
          <p:nvPr/>
        </p:nvSpPr>
        <p:spPr>
          <a:xfrm>
            <a:off x="17229591" y="0"/>
            <a:ext cx="1972809" cy="316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2 fingers because these 2 sounds are glued together.</a:t>
            </a:r>
          </a:p>
        </p:txBody>
      </p:sp>
      <p:sp>
        <p:nvSpPr>
          <p:cNvPr id="12" name="Google Shape;204;p22">
            <a:extLst>
              <a:ext uri="{FF2B5EF4-FFF2-40B4-BE49-F238E27FC236}">
                <a16:creationId xmlns:a16="http://schemas.microsoft.com/office/drawing/2014/main" id="{5DAA0446-E671-4F1D-9B0D-5C7F140CFB1C}"/>
              </a:ext>
            </a:extLst>
          </p:cNvPr>
          <p:cNvSpPr/>
          <p:nvPr/>
        </p:nvSpPr>
        <p:spPr>
          <a:xfrm>
            <a:off x="6648080" y="734613"/>
            <a:ext cx="1862744" cy="214220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  <a:defRPr/>
            </a:pPr>
            <a:r>
              <a:rPr lang="en-US" sz="66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all</a:t>
            </a:r>
            <a:endParaRPr sz="66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03762-E031-4890-8439-D7498F760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58" t="11305" r="18748" b="28695"/>
          <a:stretch/>
        </p:blipFill>
        <p:spPr>
          <a:xfrm>
            <a:off x="10076200" y="788060"/>
            <a:ext cx="1628288" cy="1641099"/>
          </a:xfrm>
          <a:prstGeom prst="rect">
            <a:avLst/>
          </a:prstGeom>
        </p:spPr>
      </p:pic>
      <p:pic>
        <p:nvPicPr>
          <p:cNvPr id="14" name="Picture 2" descr="Double Click With Two Fingers Touch Screen Hand Gesture Vector ...">
            <a:extLst>
              <a:ext uri="{FF2B5EF4-FFF2-40B4-BE49-F238E27FC236}">
                <a16:creationId xmlns:a16="http://schemas.microsoft.com/office/drawing/2014/main" id="{3DE5A166-74F7-49C4-9BB1-C20C3BA60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1" t="5044" r="19630" b="9514"/>
          <a:stretch/>
        </p:blipFill>
        <p:spPr bwMode="auto">
          <a:xfrm>
            <a:off x="14257280" y="453123"/>
            <a:ext cx="2027205" cy="314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178;p22">
            <a:extLst>
              <a:ext uri="{FF2B5EF4-FFF2-40B4-BE49-F238E27FC236}">
                <a16:creationId xmlns:a16="http://schemas.microsoft.com/office/drawing/2014/main" id="{8BD6714C-BBCD-43A0-AF68-07F12FEF3CD6}"/>
              </a:ext>
            </a:extLst>
          </p:cNvPr>
          <p:cNvSpPr/>
          <p:nvPr/>
        </p:nvSpPr>
        <p:spPr>
          <a:xfrm>
            <a:off x="10076200" y="2622144"/>
            <a:ext cx="711728" cy="872284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204;p22">
            <a:extLst>
              <a:ext uri="{FF2B5EF4-FFF2-40B4-BE49-F238E27FC236}">
                <a16:creationId xmlns:a16="http://schemas.microsoft.com/office/drawing/2014/main" id="{C4D3C08C-74A9-4711-A71C-5241FC82A9E4}"/>
              </a:ext>
            </a:extLst>
          </p:cNvPr>
          <p:cNvSpPr/>
          <p:nvPr/>
        </p:nvSpPr>
        <p:spPr>
          <a:xfrm>
            <a:off x="10924147" y="2622028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all</a:t>
            </a:r>
            <a:endParaRPr sz="2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61C284-56BB-4829-8792-5907C10B2382}"/>
              </a:ext>
            </a:extLst>
          </p:cNvPr>
          <p:cNvSpPr/>
          <p:nvPr/>
        </p:nvSpPr>
        <p:spPr>
          <a:xfrm>
            <a:off x="12628992" y="1413496"/>
            <a:ext cx="16282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6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</a:t>
            </a:r>
            <a:r>
              <a:rPr lang="en-US" sz="60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ȯl</a:t>
            </a:r>
            <a:r>
              <a:rPr lang="en-US" sz="6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</a:t>
            </a:r>
            <a:endParaRPr lang="en-US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0E40C2-CA3B-4DC0-B6B2-ECA976CDE28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983"/>
          <a:stretch/>
        </p:blipFill>
        <p:spPr>
          <a:xfrm>
            <a:off x="9901869" y="3845300"/>
            <a:ext cx="2168253" cy="1641100"/>
          </a:xfrm>
          <a:prstGeom prst="rect">
            <a:avLst/>
          </a:prstGeom>
          <a:noFill/>
        </p:spPr>
      </p:pic>
      <p:sp>
        <p:nvSpPr>
          <p:cNvPr id="20" name="Google Shape;204;p22">
            <a:extLst>
              <a:ext uri="{FF2B5EF4-FFF2-40B4-BE49-F238E27FC236}">
                <a16:creationId xmlns:a16="http://schemas.microsoft.com/office/drawing/2014/main" id="{68A71E87-4971-456A-A066-98140CA91C6F}"/>
              </a:ext>
            </a:extLst>
          </p:cNvPr>
          <p:cNvSpPr/>
          <p:nvPr/>
        </p:nvSpPr>
        <p:spPr>
          <a:xfrm>
            <a:off x="6654889" y="3845300"/>
            <a:ext cx="1855935" cy="214220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  <a:defRPr/>
            </a:pPr>
            <a:r>
              <a:rPr lang="en-US" sz="66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</a:t>
            </a:r>
            <a:endParaRPr sz="66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B54DD6-F0F9-40CE-97AA-42AE75ED0C0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494" t="3838" r="30566" b="7718"/>
          <a:stretch/>
        </p:blipFill>
        <p:spPr>
          <a:xfrm>
            <a:off x="14499042" y="4229795"/>
            <a:ext cx="1461052" cy="1753261"/>
          </a:xfrm>
          <a:prstGeom prst="rect">
            <a:avLst/>
          </a:prstGeom>
        </p:spPr>
      </p:pic>
      <p:sp>
        <p:nvSpPr>
          <p:cNvPr id="22" name="Google Shape;183;p22">
            <a:extLst>
              <a:ext uri="{FF2B5EF4-FFF2-40B4-BE49-F238E27FC236}">
                <a16:creationId xmlns:a16="http://schemas.microsoft.com/office/drawing/2014/main" id="{A0AAF8CB-80B2-4CEF-9651-88D7D89680E3}"/>
              </a:ext>
            </a:extLst>
          </p:cNvPr>
          <p:cNvSpPr/>
          <p:nvPr/>
        </p:nvSpPr>
        <p:spPr>
          <a:xfrm>
            <a:off x="10151263" y="5551366"/>
            <a:ext cx="636665" cy="872284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05;p22">
            <a:extLst>
              <a:ext uri="{FF2B5EF4-FFF2-40B4-BE49-F238E27FC236}">
                <a16:creationId xmlns:a16="http://schemas.microsoft.com/office/drawing/2014/main" id="{5C126C5D-C14D-4464-A9CA-165486C77FDE}"/>
              </a:ext>
            </a:extLst>
          </p:cNvPr>
          <p:cNvSpPr/>
          <p:nvPr/>
        </p:nvSpPr>
        <p:spPr>
          <a:xfrm>
            <a:off x="10899353" y="5551250"/>
            <a:ext cx="696687" cy="8724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2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am</a:t>
            </a:r>
            <a:endParaRPr sz="22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2A5B0C-FDB9-403F-87E5-48D83D0C81DA}"/>
              </a:ext>
            </a:extLst>
          </p:cNvPr>
          <p:cNvSpPr/>
          <p:nvPr/>
        </p:nvSpPr>
        <p:spPr>
          <a:xfrm>
            <a:off x="12453438" y="4408572"/>
            <a:ext cx="22465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6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/am/</a:t>
            </a:r>
            <a:endParaRPr lang="en-US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04;p22">
            <a:extLst>
              <a:ext uri="{FF2B5EF4-FFF2-40B4-BE49-F238E27FC236}">
                <a16:creationId xmlns:a16="http://schemas.microsoft.com/office/drawing/2014/main" id="{003A65C8-34D2-4CC7-99E8-2F5033017618}"/>
              </a:ext>
            </a:extLst>
          </p:cNvPr>
          <p:cNvSpPr/>
          <p:nvPr/>
        </p:nvSpPr>
        <p:spPr>
          <a:xfrm>
            <a:off x="6655939" y="6937656"/>
            <a:ext cx="1852605" cy="2142208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</a:t>
            </a:r>
            <a:endParaRPr kumimoji="0" sz="6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3A55DF-1ABA-4C37-9106-BA2778D2FCE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494" t="3838" r="30566" b="7718"/>
          <a:stretch/>
        </p:blipFill>
        <p:spPr>
          <a:xfrm>
            <a:off x="14326070" y="7246206"/>
            <a:ext cx="1461052" cy="17532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C661D5-C34D-4104-AD48-EA5AAC0732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2240" y="6937655"/>
            <a:ext cx="1641100" cy="1641100"/>
          </a:xfrm>
          <a:prstGeom prst="rect">
            <a:avLst/>
          </a:prstGeom>
        </p:spPr>
      </p:pic>
      <p:sp>
        <p:nvSpPr>
          <p:cNvPr id="29" name="Google Shape;206;p22">
            <a:extLst>
              <a:ext uri="{FF2B5EF4-FFF2-40B4-BE49-F238E27FC236}">
                <a16:creationId xmlns:a16="http://schemas.microsoft.com/office/drawing/2014/main" id="{C3825AB2-1FFD-4318-BE2A-8D7095A913F5}"/>
              </a:ext>
            </a:extLst>
          </p:cNvPr>
          <p:cNvSpPr/>
          <p:nvPr/>
        </p:nvSpPr>
        <p:spPr>
          <a:xfrm>
            <a:off x="10985995" y="8764643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an</a:t>
            </a:r>
            <a:endParaRPr sz="2400" b="1" dirty="0">
              <a:solidFill>
                <a:schemeClr val="tx2"/>
              </a:solidFill>
            </a:endParaRPr>
          </a:p>
        </p:txBody>
      </p:sp>
      <p:sp>
        <p:nvSpPr>
          <p:cNvPr id="30" name="Google Shape;180;p22">
            <a:extLst>
              <a:ext uri="{FF2B5EF4-FFF2-40B4-BE49-F238E27FC236}">
                <a16:creationId xmlns:a16="http://schemas.microsoft.com/office/drawing/2014/main" id="{0C87994C-87AA-452E-A00D-2CB3C1E8A95B}"/>
              </a:ext>
            </a:extLst>
          </p:cNvPr>
          <p:cNvSpPr/>
          <p:nvPr/>
        </p:nvSpPr>
        <p:spPr>
          <a:xfrm>
            <a:off x="10192240" y="8764643"/>
            <a:ext cx="647100" cy="87240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D8CB7D-04AF-4B56-91DA-A2BC977B4FD6}"/>
              </a:ext>
            </a:extLst>
          </p:cNvPr>
          <p:cNvSpPr/>
          <p:nvPr/>
        </p:nvSpPr>
        <p:spPr>
          <a:xfrm>
            <a:off x="12633396" y="7563092"/>
            <a:ext cx="18866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6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/an/</a:t>
            </a:r>
            <a:endParaRPr lang="en-US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C165BF-B4C0-4AFF-82AC-D3C153FB844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5898983" y="4871067"/>
            <a:ext cx="2925809" cy="209486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93B79D5-4FCD-4131-B2F9-1B82004DD4A1}"/>
              </a:ext>
            </a:extLst>
          </p:cNvPr>
          <p:cNvSpPr/>
          <p:nvPr/>
        </p:nvSpPr>
        <p:spPr>
          <a:xfrm>
            <a:off x="15179217" y="6550436"/>
            <a:ext cx="4265141" cy="830997"/>
          </a:xfrm>
          <a:prstGeom prst="rect">
            <a:avLst/>
          </a:prstGeom>
          <a:noFill/>
          <a:effectLst>
            <a:glow rad="139700">
              <a:srgbClr val="86C157">
                <a:satMod val="175000"/>
                <a:alpha val="40000"/>
              </a:srgbClr>
            </a:glow>
          </a:effectLst>
          <a:scene3d>
            <a:camera prst="isometricOffAxis1Right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86C157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Nasal Sounds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3F8EB1-8F18-462C-B07E-DA64A3C8923F}"/>
              </a:ext>
            </a:extLst>
          </p:cNvPr>
          <p:cNvSpPr/>
          <p:nvPr/>
        </p:nvSpPr>
        <p:spPr>
          <a:xfrm>
            <a:off x="6115495" y="3627917"/>
            <a:ext cx="13013871" cy="6443851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5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 animBg="1"/>
      <p:bldP spid="12" grpId="0" animBg="1"/>
      <p:bldP spid="15" grpId="0" animBg="1"/>
      <p:bldP spid="16" grpId="0" animBg="1"/>
      <p:bldP spid="17" grpId="0"/>
      <p:bldP spid="20" grpId="0" animBg="1"/>
      <p:bldP spid="22" grpId="0" animBg="1"/>
      <p:bldP spid="23" grpId="0" animBg="1"/>
      <p:bldP spid="25" grpId="0"/>
      <p:bldP spid="26" grpId="0" animBg="1"/>
      <p:bldP spid="29" grpId="0" animBg="1"/>
      <p:bldP spid="30" grpId="0" animBg="1"/>
      <p:bldP spid="32" grpId="0"/>
      <p:bldP spid="34" grpId="0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11557616" y="59986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12486278" y="599863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EE1F20F-7BDF-40BA-AA9B-88EADF460EA6}"/>
              </a:ext>
            </a:extLst>
          </p:cNvPr>
          <p:cNvSpPr/>
          <p:nvPr/>
        </p:nvSpPr>
        <p:spPr>
          <a:xfrm>
            <a:off x="12367664" y="5732824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0" grpId="0" animBg="1"/>
      <p:bldP spid="56" grpId="0"/>
      <p:bldP spid="100" grpId="0" animBg="1"/>
      <p:bldP spid="1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11725598" y="66569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12751693" y="66569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33BB666-C71F-42AE-9F6D-FC27F453D6E7}"/>
              </a:ext>
            </a:extLst>
          </p:cNvPr>
          <p:cNvSpPr/>
          <p:nvPr/>
        </p:nvSpPr>
        <p:spPr>
          <a:xfrm>
            <a:off x="12640446" y="6413980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4" grpId="0" animBg="1"/>
      <p:bldP spid="56" grpId="0"/>
      <p:bldP spid="100" grpId="0" animBg="1"/>
      <p:bldP spid="1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1146136" y="61540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12099423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5DC2A12-5678-42D0-BD87-E77A78B69A3A}"/>
              </a:ext>
            </a:extLst>
          </p:cNvPr>
          <p:cNvSpPr/>
          <p:nvPr/>
        </p:nvSpPr>
        <p:spPr>
          <a:xfrm>
            <a:off x="11988176" y="5962210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8" grpId="0" animBg="1"/>
      <p:bldP spid="56" grpId="0"/>
      <p:bldP spid="100" grpId="0" animBg="1"/>
      <p:bldP spid="1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1375698" y="726224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12307786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888776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B5583-3A36-4714-A246-8C8AE7AB6814}"/>
              </a:ext>
            </a:extLst>
          </p:cNvPr>
          <p:cNvSpPr/>
          <p:nvPr/>
        </p:nvSpPr>
        <p:spPr>
          <a:xfrm>
            <a:off x="12220333" y="7022113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Google Shape;178;p22">
            <a:extLst>
              <a:ext uri="{FF2B5EF4-FFF2-40B4-BE49-F238E27FC236}">
                <a16:creationId xmlns:a16="http://schemas.microsoft.com/office/drawing/2014/main" id="{E96D636C-C1C6-4181-88B1-B15CB009B7CD}"/>
              </a:ext>
            </a:extLst>
          </p:cNvPr>
          <p:cNvSpPr/>
          <p:nvPr/>
        </p:nvSpPr>
        <p:spPr>
          <a:xfrm>
            <a:off x="11375698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5" name="Google Shape;173;p22">
            <a:extLst>
              <a:ext uri="{FF2B5EF4-FFF2-40B4-BE49-F238E27FC236}">
                <a16:creationId xmlns:a16="http://schemas.microsoft.com/office/drawing/2014/main" id="{7F698626-2A86-47AD-998D-CABFDE6E15CB}"/>
              </a:ext>
            </a:extLst>
          </p:cNvPr>
          <p:cNvSpPr/>
          <p:nvPr/>
        </p:nvSpPr>
        <p:spPr>
          <a:xfrm>
            <a:off x="12387150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6" name="Google Shape;187;p22">
            <a:extLst>
              <a:ext uri="{FF2B5EF4-FFF2-40B4-BE49-F238E27FC236}">
                <a16:creationId xmlns:a16="http://schemas.microsoft.com/office/drawing/2014/main" id="{06BBF28B-F100-4B17-B412-12A7EAD51E7E}"/>
              </a:ext>
            </a:extLst>
          </p:cNvPr>
          <p:cNvSpPr/>
          <p:nvPr/>
        </p:nvSpPr>
        <p:spPr>
          <a:xfrm>
            <a:off x="13451930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F85ED1C0-ED23-46B1-A772-A8FA3A25175A}"/>
              </a:ext>
            </a:extLst>
          </p:cNvPr>
          <p:cNvSpPr/>
          <p:nvPr/>
        </p:nvSpPr>
        <p:spPr>
          <a:xfrm>
            <a:off x="10858500" y="4873246"/>
            <a:ext cx="4038688" cy="1786570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01164DF7-7996-4F87-957D-D85162291F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939442" y="6859454"/>
            <a:ext cx="2925809" cy="20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9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3" grpId="0" animBg="1"/>
      <p:bldP spid="56" grpId="0"/>
      <p:bldP spid="111" grpId="0" animBg="1"/>
      <p:bldP spid="3" grpId="0" animBg="1"/>
      <p:bldP spid="114" grpId="0" animBg="1"/>
      <p:bldP spid="115" grpId="0" animBg="1"/>
      <p:bldP spid="116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78040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02682" y="260446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1113636" y="747681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12010160" y="7476814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07FE9C4-CADF-4267-9545-42E7B181CE24}"/>
              </a:ext>
            </a:extLst>
          </p:cNvPr>
          <p:cNvSpPr/>
          <p:nvPr/>
        </p:nvSpPr>
        <p:spPr>
          <a:xfrm>
            <a:off x="11942538" y="7133717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Google Shape;189;p22">
            <a:extLst>
              <a:ext uri="{FF2B5EF4-FFF2-40B4-BE49-F238E27FC236}">
                <a16:creationId xmlns:a16="http://schemas.microsoft.com/office/drawing/2014/main" id="{1F1686AF-4B36-4169-B267-6D85CB73AF0A}"/>
              </a:ext>
            </a:extLst>
          </p:cNvPr>
          <p:cNvSpPr/>
          <p:nvPr/>
        </p:nvSpPr>
        <p:spPr>
          <a:xfrm>
            <a:off x="11113636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5" name="Google Shape;173;p22">
            <a:extLst>
              <a:ext uri="{FF2B5EF4-FFF2-40B4-BE49-F238E27FC236}">
                <a16:creationId xmlns:a16="http://schemas.microsoft.com/office/drawing/2014/main" id="{0C3BBC90-B0A2-4962-B348-D429E3EC6D4D}"/>
              </a:ext>
            </a:extLst>
          </p:cNvPr>
          <p:cNvSpPr/>
          <p:nvPr/>
        </p:nvSpPr>
        <p:spPr>
          <a:xfrm>
            <a:off x="12048062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6" name="Google Shape;188;p22">
            <a:extLst>
              <a:ext uri="{FF2B5EF4-FFF2-40B4-BE49-F238E27FC236}">
                <a16:creationId xmlns:a16="http://schemas.microsoft.com/office/drawing/2014/main" id="{F0E424EC-EE69-4ABB-BF1E-1565A32C7440}"/>
              </a:ext>
            </a:extLst>
          </p:cNvPr>
          <p:cNvSpPr/>
          <p:nvPr/>
        </p:nvSpPr>
        <p:spPr>
          <a:xfrm>
            <a:off x="12982488" y="524763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7" name="Flowchart: Summing Junction 116">
            <a:extLst>
              <a:ext uri="{FF2B5EF4-FFF2-40B4-BE49-F238E27FC236}">
                <a16:creationId xmlns:a16="http://schemas.microsoft.com/office/drawing/2014/main" id="{869C2474-B697-4FCB-9418-7B436F512101}"/>
              </a:ext>
            </a:extLst>
          </p:cNvPr>
          <p:cNvSpPr/>
          <p:nvPr/>
        </p:nvSpPr>
        <p:spPr>
          <a:xfrm>
            <a:off x="10493736" y="4838829"/>
            <a:ext cx="4038688" cy="1786570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5399F5A2-9FCB-4333-AF5E-153C585CDE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939442" y="6859454"/>
            <a:ext cx="2925809" cy="20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5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4" grpId="0" animBg="1"/>
      <p:bldP spid="56" grpId="0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11256656" y="675082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12166585" y="675082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C0AF85D-7AB5-457C-86D8-41573283E58A}"/>
              </a:ext>
            </a:extLst>
          </p:cNvPr>
          <p:cNvSpPr/>
          <p:nvPr/>
        </p:nvSpPr>
        <p:spPr>
          <a:xfrm>
            <a:off x="12055338" y="6391117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81ADB420-8B65-4EAA-937E-31B689C8406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939442" y="6859454"/>
            <a:ext cx="2925809" cy="20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0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4" grpId="0" animBg="1"/>
      <p:bldP spid="56" grpId="0"/>
      <p:bldP spid="112" grpId="0" animBg="1"/>
      <p:bldP spid="1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10936485" y="659069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11877263" y="6590691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C5E7E62-451C-42AA-A576-F6F531D06B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939442" y="6859454"/>
            <a:ext cx="2925809" cy="2094868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30A8F43D-02BB-4BB2-B7D1-B3B0547B1CC3}"/>
              </a:ext>
            </a:extLst>
          </p:cNvPr>
          <p:cNvSpPr/>
          <p:nvPr/>
        </p:nvSpPr>
        <p:spPr>
          <a:xfrm>
            <a:off x="11759445" y="6324878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2" grpId="0" animBg="1"/>
      <p:bldP spid="56" grpId="0"/>
      <p:bldP spid="112" grpId="0" animBg="1"/>
      <p:bldP spid="1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4043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10565586" y="61977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11513822" y="619770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888776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D188AF0-23E7-440B-A8E7-7D5CF7D53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939442" y="6859454"/>
            <a:ext cx="2925809" cy="2094868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25FB1226-F422-401F-9CB7-5E4C67478E0D}"/>
              </a:ext>
            </a:extLst>
          </p:cNvPr>
          <p:cNvSpPr/>
          <p:nvPr/>
        </p:nvSpPr>
        <p:spPr>
          <a:xfrm>
            <a:off x="11423125" y="5998637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5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7" grpId="0" animBg="1"/>
      <p:bldP spid="56" grpId="0"/>
      <p:bldP spid="111" grpId="0" animBg="1"/>
      <p:bldP spid="1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11252584" y="675082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12162513" y="675082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EB666AEC-9DB7-4AFE-B5B4-59D947A2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656589" y="6327552"/>
            <a:ext cx="2925809" cy="2094868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39D754E9-2D5E-4B56-AB4B-46EF7D4F91D6}"/>
              </a:ext>
            </a:extLst>
          </p:cNvPr>
          <p:cNvSpPr/>
          <p:nvPr/>
        </p:nvSpPr>
        <p:spPr>
          <a:xfrm>
            <a:off x="12051266" y="6470647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4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7" grpId="0" animBg="1"/>
      <p:bldP spid="56" grpId="0"/>
      <p:bldP spid="112" grpId="0" animBg="1"/>
      <p:bldP spid="1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11252584" y="675082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12162513" y="675082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EB666AEC-9DB7-4AFE-B5B4-59D947A2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656589" y="6327552"/>
            <a:ext cx="2925809" cy="2094868"/>
          </a:xfrm>
          <a:prstGeom prst="rect">
            <a:avLst/>
          </a:prstGeom>
        </p:spPr>
      </p:pic>
      <p:sp>
        <p:nvSpPr>
          <p:cNvPr id="114" name="Rectangle 113">
            <a:extLst>
              <a:ext uri="{FF2B5EF4-FFF2-40B4-BE49-F238E27FC236}">
                <a16:creationId xmlns:a16="http://schemas.microsoft.com/office/drawing/2014/main" id="{FD9B32F6-245C-44C4-AE9E-B4B9A5B4D2E6}"/>
              </a:ext>
            </a:extLst>
          </p:cNvPr>
          <p:cNvSpPr/>
          <p:nvPr/>
        </p:nvSpPr>
        <p:spPr>
          <a:xfrm>
            <a:off x="12051266" y="6470647"/>
            <a:ext cx="1228334" cy="15831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8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7" grpId="0" animBg="1"/>
      <p:bldP spid="56" grpId="0"/>
      <p:bldP spid="112" grpId="0" animBg="1"/>
      <p:bldP spid="1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Welded Sounds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66338" y="24467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18929" y="2324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8929" y="259007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334934" y="497026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1395841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15185395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16582398" y="231823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982299" y="3473279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32703" y="3675496"/>
            <a:ext cx="2847626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Welded Sound?</a:t>
            </a:r>
          </a:p>
        </p:txBody>
      </p:sp>
      <p:sp>
        <p:nvSpPr>
          <p:cNvPr id="100" name="Google Shape;204;p22">
            <a:extLst>
              <a:ext uri="{FF2B5EF4-FFF2-40B4-BE49-F238E27FC236}">
                <a16:creationId xmlns:a16="http://schemas.microsoft.com/office/drawing/2014/main" id="{0DF07F9C-94E5-471B-8BCF-32E40BEE4D50}"/>
              </a:ext>
            </a:extLst>
          </p:cNvPr>
          <p:cNvSpPr/>
          <p:nvPr/>
        </p:nvSpPr>
        <p:spPr>
          <a:xfrm>
            <a:off x="326479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5;p22">
            <a:extLst>
              <a:ext uri="{FF2B5EF4-FFF2-40B4-BE49-F238E27FC236}">
                <a16:creationId xmlns:a16="http://schemas.microsoft.com/office/drawing/2014/main" id="{BB36D1FE-9AC6-4ECF-AE07-7F231E359D74}"/>
              </a:ext>
            </a:extLst>
          </p:cNvPr>
          <p:cNvSpPr/>
          <p:nvPr/>
        </p:nvSpPr>
        <p:spPr>
          <a:xfrm>
            <a:off x="4491773" y="61311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Google Shape;206;p22">
            <a:extLst>
              <a:ext uri="{FF2B5EF4-FFF2-40B4-BE49-F238E27FC236}">
                <a16:creationId xmlns:a16="http://schemas.microsoft.com/office/drawing/2014/main" id="{5FCAD9B5-453A-40E3-9F30-5AC9F9AD9284}"/>
              </a:ext>
            </a:extLst>
          </p:cNvPr>
          <p:cNvSpPr/>
          <p:nvPr/>
        </p:nvSpPr>
        <p:spPr>
          <a:xfrm>
            <a:off x="5648004" y="615401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EB666AEC-9DB7-4AFE-B5B4-59D947A2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0" r="8291" b="7143"/>
          <a:stretch/>
        </p:blipFill>
        <p:spPr>
          <a:xfrm>
            <a:off x="13656589" y="6327552"/>
            <a:ext cx="2925809" cy="20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3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6420289" y="84921"/>
            <a:ext cx="5901461" cy="54014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</a:t>
            </a:r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Word Cards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247174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5502730" y="326920"/>
            <a:ext cx="7886700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Charting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10913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FB85A7-C136-4F34-937F-6D4F591F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99" y="1104219"/>
            <a:ext cx="14271172" cy="85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18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536B0A-B67D-494D-8270-26E31FA36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1047750"/>
            <a:ext cx="14885918" cy="866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74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4961756" y="326920"/>
            <a:ext cx="8427674" cy="54014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Sentence Reading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333521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95B62-8713-49A1-B7AC-B5269C99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84" y="363310"/>
            <a:ext cx="14931799" cy="14818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B93ED7-A2AE-42B1-B44E-5BF700A2C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561" y="2060121"/>
            <a:ext cx="12488522" cy="72634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6F9506-24B4-453C-AEBE-54DA9356B5B2}"/>
                  </a:ext>
                </a:extLst>
              </p14:cNvPr>
              <p14:cNvContentPartPr/>
              <p14:nvPr/>
            </p14:nvContentPartPr>
            <p14:xfrm>
              <a:off x="3931560" y="1869480"/>
              <a:ext cx="11948760" cy="7732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6F9506-24B4-453C-AEBE-54DA9356B5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2200" y="1860120"/>
                <a:ext cx="11967480" cy="775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716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5B44B-F638-44CF-B5E9-9AC186157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073" y="1453243"/>
            <a:ext cx="14766253" cy="76907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FBBBB1-756F-4820-A4A1-A73FF129191E}"/>
                  </a:ext>
                </a:extLst>
              </p14:cNvPr>
              <p14:cNvContentPartPr/>
              <p14:nvPr/>
            </p14:nvContentPartPr>
            <p14:xfrm>
              <a:off x="2244960" y="2153880"/>
              <a:ext cx="14630760" cy="5832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FBBBB1-756F-4820-A4A1-A73FF12919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5600" y="2144520"/>
                <a:ext cx="14649480" cy="585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532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0508F1-FA56-4519-9EBE-B285E99B544E}"/>
              </a:ext>
            </a:extLst>
          </p:cNvPr>
          <p:cNvSpPr/>
          <p:nvPr/>
        </p:nvSpPr>
        <p:spPr>
          <a:xfrm>
            <a:off x="2424794" y="908686"/>
            <a:ext cx="13211447" cy="5720156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  <p:txBody>
          <a:bodyPr wrap="square" lIns="144018" tIns="72009" rIns="144018" bIns="72009">
            <a:spAutoFit/>
          </a:bodyPr>
          <a:lstStyle/>
          <a:p>
            <a:pPr algn="ctr" defTabSz="1440180">
              <a:defRPr/>
            </a:pPr>
            <a:r>
              <a:rPr lang="en-US" sz="18113" b="1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  <a:outerShdw dist="38100" dir="2700000" algn="tl" rotWithShape="0">
                    <a:srgbClr val="DF5327"/>
                  </a:outerShdw>
                </a:effectLst>
                <a:latin typeface="Euphemia"/>
              </a:rPr>
              <a:t>Have a great day!</a:t>
            </a:r>
          </a:p>
        </p:txBody>
      </p:sp>
      <p:pic>
        <p:nvPicPr>
          <p:cNvPr id="4" name="Picture 2" descr="Download Clipart Cloud Atomic Bomb - Fallout 4 Guy Thumbs Up PNG ...">
            <a:extLst>
              <a:ext uri="{FF2B5EF4-FFF2-40B4-BE49-F238E27FC236}">
                <a16:creationId xmlns:a16="http://schemas.microsoft.com/office/drawing/2014/main" id="{D631D737-E8B9-4789-BA45-F3FD32D9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4343" y="3213621"/>
            <a:ext cx="4422337" cy="341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78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Digraphs</a:t>
            </a:r>
            <a:endParaRPr kumimoji="0" lang="en-US" sz="6600" b="1" i="0" u="none" strike="noStrike" kern="1200" cap="none" spc="0" normalizeH="0" baseline="0" noProof="0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  <a:uLnTx/>
              <a:uFillTx/>
              <a:latin typeface="Euphemia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658583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12566188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59440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0711962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46567" y="493831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13473793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140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Digraph?</a:t>
            </a:r>
          </a:p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595959"/>
                </a:solidFill>
                <a:latin typeface="Euphemia"/>
              </a:rPr>
              <a:t>Bonus Letter?</a:t>
            </a:r>
            <a:endParaRPr kumimoji="0" lang="en-US" sz="2851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52B47-B923-4A92-B7E4-F82AFEACC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0133" y="1990504"/>
            <a:ext cx="4818129" cy="1502819"/>
          </a:xfrm>
          <a:prstGeom prst="rect">
            <a:avLst/>
          </a:prstGeom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CFF53E1-67F0-400C-8811-7DE3B85AD0C3}"/>
              </a:ext>
            </a:extLst>
          </p:cNvPr>
          <p:cNvCxnSpPr/>
          <p:nvPr/>
        </p:nvCxnSpPr>
        <p:spPr>
          <a:xfrm>
            <a:off x="10733553" y="7152485"/>
            <a:ext cx="822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Star: 5 Points 110">
            <a:extLst>
              <a:ext uri="{FF2B5EF4-FFF2-40B4-BE49-F238E27FC236}">
                <a16:creationId xmlns:a16="http://schemas.microsoft.com/office/drawing/2014/main" id="{5D662D3F-35A7-4660-9B10-A7D6F0E6EA0E}"/>
              </a:ext>
            </a:extLst>
          </p:cNvPr>
          <p:cNvSpPr/>
          <p:nvPr/>
        </p:nvSpPr>
        <p:spPr>
          <a:xfrm>
            <a:off x="13649173" y="5447937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15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 animBg="1"/>
      <p:bldP spid="65" grpId="0" animBg="1"/>
      <p:bldP spid="84" grpId="0" animBg="1"/>
      <p:bldP spid="106" grpId="0" animBg="1"/>
      <p:bldP spid="56" grpId="0"/>
      <p:bldP spid="1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0916771" y="58238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0022688" y="58238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1832135" y="58238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12747499" y="58238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F7D6D6D-25BD-4CF2-BC65-80667F807EB5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Bonus Letter</a:t>
            </a:r>
            <a:endParaRPr kumimoji="0" lang="en-US" sz="6600" b="1" i="0" u="none" strike="noStrike" kern="1200" cap="none" spc="0" normalizeH="0" baseline="0" noProof="0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1" name="Google Shape;198;p22">
            <a:extLst>
              <a:ext uri="{FF2B5EF4-FFF2-40B4-BE49-F238E27FC236}">
                <a16:creationId xmlns:a16="http://schemas.microsoft.com/office/drawing/2014/main" id="{FAE79D97-AA29-4529-AD17-4C47732663BD}"/>
              </a:ext>
            </a:extLst>
          </p:cNvPr>
          <p:cNvSpPr/>
          <p:nvPr/>
        </p:nvSpPr>
        <p:spPr>
          <a:xfrm>
            <a:off x="17162028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180;p22">
            <a:extLst>
              <a:ext uri="{FF2B5EF4-FFF2-40B4-BE49-F238E27FC236}">
                <a16:creationId xmlns:a16="http://schemas.microsoft.com/office/drawing/2014/main" id="{738A1E75-89CB-4694-89A5-296BB76B27CD}"/>
              </a:ext>
            </a:extLst>
          </p:cNvPr>
          <p:cNvSpPr/>
          <p:nvPr/>
        </p:nvSpPr>
        <p:spPr>
          <a:xfrm>
            <a:off x="1351293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3" name="Google Shape;186;p22">
            <a:extLst>
              <a:ext uri="{FF2B5EF4-FFF2-40B4-BE49-F238E27FC236}">
                <a16:creationId xmlns:a16="http://schemas.microsoft.com/office/drawing/2014/main" id="{6E30F94D-BADA-4E16-A63C-F66E121DE326}"/>
              </a:ext>
            </a:extLst>
          </p:cNvPr>
          <p:cNvSpPr/>
          <p:nvPr/>
        </p:nvSpPr>
        <p:spPr>
          <a:xfrm>
            <a:off x="1452940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4" name="Google Shape;192;p22">
            <a:extLst>
              <a:ext uri="{FF2B5EF4-FFF2-40B4-BE49-F238E27FC236}">
                <a16:creationId xmlns:a16="http://schemas.microsoft.com/office/drawing/2014/main" id="{C61CBE10-5A59-48A6-86DF-D6CEAB98938E}"/>
              </a:ext>
            </a:extLst>
          </p:cNvPr>
          <p:cNvSpPr/>
          <p:nvPr/>
        </p:nvSpPr>
        <p:spPr>
          <a:xfrm>
            <a:off x="15541966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CE4DF9-F1AF-4FFD-AAD0-22930D4A5D22}"/>
              </a:ext>
            </a:extLst>
          </p:cNvPr>
          <p:cNvSpPr txBox="1"/>
          <p:nvPr/>
        </p:nvSpPr>
        <p:spPr>
          <a:xfrm>
            <a:off x="16201279" y="4047325"/>
            <a:ext cx="2744457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Bonus Letter?</a:t>
            </a:r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130C4A02-C98D-4054-A195-516E4D4E9430}"/>
              </a:ext>
            </a:extLst>
          </p:cNvPr>
          <p:cNvSpPr/>
          <p:nvPr/>
        </p:nvSpPr>
        <p:spPr>
          <a:xfrm>
            <a:off x="12922879" y="5356738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637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1" grpId="0" animBg="1"/>
      <p:bldP spid="77" grpId="0" animBg="1"/>
      <p:bldP spid="108" grpId="0" animBg="1"/>
      <p:bldP spid="56" grpId="0"/>
      <p:bldP spid="100" grpId="0"/>
      <p:bldP spid="1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557616" y="659069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0611661" y="659069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2515983" y="659069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3474350" y="659069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F7D6D6D-25BD-4CF2-BC65-80667F807EB5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Bonus Letter</a:t>
            </a:r>
            <a:endParaRPr kumimoji="0" lang="en-US" sz="6600" b="1" i="0" u="none" strike="noStrike" kern="1200" cap="none" spc="0" normalizeH="0" baseline="0" noProof="0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1" name="Google Shape;198;p22">
            <a:extLst>
              <a:ext uri="{FF2B5EF4-FFF2-40B4-BE49-F238E27FC236}">
                <a16:creationId xmlns:a16="http://schemas.microsoft.com/office/drawing/2014/main" id="{FAE79D97-AA29-4529-AD17-4C47732663BD}"/>
              </a:ext>
            </a:extLst>
          </p:cNvPr>
          <p:cNvSpPr/>
          <p:nvPr/>
        </p:nvSpPr>
        <p:spPr>
          <a:xfrm>
            <a:off x="17162028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180;p22">
            <a:extLst>
              <a:ext uri="{FF2B5EF4-FFF2-40B4-BE49-F238E27FC236}">
                <a16:creationId xmlns:a16="http://schemas.microsoft.com/office/drawing/2014/main" id="{738A1E75-89CB-4694-89A5-296BB76B27CD}"/>
              </a:ext>
            </a:extLst>
          </p:cNvPr>
          <p:cNvSpPr/>
          <p:nvPr/>
        </p:nvSpPr>
        <p:spPr>
          <a:xfrm>
            <a:off x="1351293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3" name="Google Shape;186;p22">
            <a:extLst>
              <a:ext uri="{FF2B5EF4-FFF2-40B4-BE49-F238E27FC236}">
                <a16:creationId xmlns:a16="http://schemas.microsoft.com/office/drawing/2014/main" id="{6E30F94D-BADA-4E16-A63C-F66E121DE326}"/>
              </a:ext>
            </a:extLst>
          </p:cNvPr>
          <p:cNvSpPr/>
          <p:nvPr/>
        </p:nvSpPr>
        <p:spPr>
          <a:xfrm>
            <a:off x="1452940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4" name="Google Shape;192;p22">
            <a:extLst>
              <a:ext uri="{FF2B5EF4-FFF2-40B4-BE49-F238E27FC236}">
                <a16:creationId xmlns:a16="http://schemas.microsoft.com/office/drawing/2014/main" id="{C61CBE10-5A59-48A6-86DF-D6CEAB98938E}"/>
              </a:ext>
            </a:extLst>
          </p:cNvPr>
          <p:cNvSpPr/>
          <p:nvPr/>
        </p:nvSpPr>
        <p:spPr>
          <a:xfrm>
            <a:off x="15541966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CE4DF9-F1AF-4FFD-AAD0-22930D4A5D22}"/>
              </a:ext>
            </a:extLst>
          </p:cNvPr>
          <p:cNvSpPr txBox="1"/>
          <p:nvPr/>
        </p:nvSpPr>
        <p:spPr>
          <a:xfrm>
            <a:off x="16201279" y="4047325"/>
            <a:ext cx="2744457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Bonus Letter?</a:t>
            </a:r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13167B66-4B35-4A2B-8BFE-152DDD642DFB}"/>
              </a:ext>
            </a:extLst>
          </p:cNvPr>
          <p:cNvSpPr/>
          <p:nvPr/>
        </p:nvSpPr>
        <p:spPr>
          <a:xfrm>
            <a:off x="13649730" y="6059066"/>
            <a:ext cx="472199" cy="35309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63">
              <a:defRPr/>
            </a:pPr>
            <a:endParaRPr lang="en-US" sz="1401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07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8" grpId="0" animBg="1"/>
      <p:bldP spid="71" grpId="0" animBg="1"/>
      <p:bldP spid="107" grpId="0" animBg="1"/>
      <p:bldP spid="56" grpId="0"/>
      <p:bldP spid="100" grpId="0"/>
      <p:bldP spid="1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1737886" y="6225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12694143" y="6225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0752363" y="6225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F7D6D6D-25BD-4CF2-BC65-80667F807EB5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 w="6600">
                  <a:solidFill>
                    <a:srgbClr val="DF5327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Euphemia"/>
                <a:ea typeface="+mn-ea"/>
                <a:cs typeface="+mn-cs"/>
              </a:rPr>
              <a:t>Bonus Letter</a:t>
            </a:r>
            <a:endParaRPr kumimoji="0" lang="en-US" sz="6600" b="1" i="0" u="none" strike="noStrike" kern="1200" cap="none" spc="0" normalizeH="0" baseline="0" noProof="0" dirty="0">
              <a:ln w="6600">
                <a:solidFill>
                  <a:srgbClr val="DF5327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rgbClr val="DF5327"/>
                </a:outerShdw>
              </a:effectLst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1" name="Google Shape;198;p22">
            <a:extLst>
              <a:ext uri="{FF2B5EF4-FFF2-40B4-BE49-F238E27FC236}">
                <a16:creationId xmlns:a16="http://schemas.microsoft.com/office/drawing/2014/main" id="{FAE79D97-AA29-4529-AD17-4C47732663BD}"/>
              </a:ext>
            </a:extLst>
          </p:cNvPr>
          <p:cNvSpPr/>
          <p:nvPr/>
        </p:nvSpPr>
        <p:spPr>
          <a:xfrm>
            <a:off x="17162028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2" name="Google Shape;180;p22">
            <a:extLst>
              <a:ext uri="{FF2B5EF4-FFF2-40B4-BE49-F238E27FC236}">
                <a16:creationId xmlns:a16="http://schemas.microsoft.com/office/drawing/2014/main" id="{738A1E75-89CB-4694-89A5-296BB76B27CD}"/>
              </a:ext>
            </a:extLst>
          </p:cNvPr>
          <p:cNvSpPr/>
          <p:nvPr/>
        </p:nvSpPr>
        <p:spPr>
          <a:xfrm>
            <a:off x="1351293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3" name="Google Shape;186;p22">
            <a:extLst>
              <a:ext uri="{FF2B5EF4-FFF2-40B4-BE49-F238E27FC236}">
                <a16:creationId xmlns:a16="http://schemas.microsoft.com/office/drawing/2014/main" id="{6E30F94D-BADA-4E16-A63C-F66E121DE326}"/>
              </a:ext>
            </a:extLst>
          </p:cNvPr>
          <p:cNvSpPr/>
          <p:nvPr/>
        </p:nvSpPr>
        <p:spPr>
          <a:xfrm>
            <a:off x="14529402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4" name="Google Shape;192;p22">
            <a:extLst>
              <a:ext uri="{FF2B5EF4-FFF2-40B4-BE49-F238E27FC236}">
                <a16:creationId xmlns:a16="http://schemas.microsoft.com/office/drawing/2014/main" id="{C61CBE10-5A59-48A6-86DF-D6CEAB98938E}"/>
              </a:ext>
            </a:extLst>
          </p:cNvPr>
          <p:cNvSpPr/>
          <p:nvPr/>
        </p:nvSpPr>
        <p:spPr>
          <a:xfrm>
            <a:off x="15541966" y="225688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CE4DF9-F1AF-4FFD-AAD0-22930D4A5D22}"/>
              </a:ext>
            </a:extLst>
          </p:cNvPr>
          <p:cNvSpPr txBox="1"/>
          <p:nvPr/>
        </p:nvSpPr>
        <p:spPr>
          <a:xfrm>
            <a:off x="16201279" y="4047325"/>
            <a:ext cx="2744457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Bonus Letter?</a:t>
            </a:r>
          </a:p>
        </p:txBody>
      </p:sp>
    </p:spTree>
    <p:extLst>
      <p:ext uri="{BB962C8B-B14F-4D97-AF65-F5344CB8AC3E}">
        <p14:creationId xmlns:p14="http://schemas.microsoft.com/office/powerpoint/2010/main" val="4174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72" grpId="0" animBg="1"/>
      <p:bldP spid="77" grpId="0" animBg="1"/>
      <p:bldP spid="56" grpId="0"/>
      <p:bldP spid="10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3853543" y="84921"/>
            <a:ext cx="10384971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6. Quick Drill in Reverse</a:t>
            </a:r>
          </a:p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(Magnetic Journals)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4170" y="6377304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</p:spTree>
    <p:extLst>
      <p:ext uri="{BB962C8B-B14F-4D97-AF65-F5344CB8AC3E}">
        <p14:creationId xmlns:p14="http://schemas.microsoft.com/office/powerpoint/2010/main" val="336471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3853543" y="84921"/>
            <a:ext cx="10384971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7. Spelling</a:t>
            </a:r>
          </a:p>
          <a:p>
            <a:pPr algn="ctr"/>
            <a:r>
              <a:rPr lang="en-US" sz="9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(Magnetic Journals)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4170" y="6377304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CEE4B-0B0A-4449-A2A5-E63F77692B30}"/>
              </a:ext>
            </a:extLst>
          </p:cNvPr>
          <p:cNvSpPr/>
          <p:nvPr/>
        </p:nvSpPr>
        <p:spPr>
          <a:xfrm>
            <a:off x="619918" y="1420586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</p:spTree>
    <p:extLst>
      <p:ext uri="{BB962C8B-B14F-4D97-AF65-F5344CB8AC3E}">
        <p14:creationId xmlns:p14="http://schemas.microsoft.com/office/powerpoint/2010/main" val="374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331852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2257948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10436608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3153761" y="547285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5345853" y="4386999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Bonus Letter?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142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1" grpId="0" animBg="1"/>
      <p:bldP spid="75" grpId="0" animBg="1"/>
      <p:bldP spid="107" grpId="0" animBg="1"/>
      <p:bldP spid="56" grpId="0"/>
      <p:bldP spid="100" grpId="0" animBg="1"/>
      <p:bldP spid="1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146136" y="58953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2061639" y="58953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0230633" y="58953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524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4" grpId="0" animBg="1"/>
      <p:bldP spid="84" grpId="0" animBg="1"/>
      <p:bldP spid="56" grpId="0"/>
      <p:bldP spid="100" grpId="0" animBg="1"/>
      <p:bldP spid="1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10806737" y="547285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9896705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11766224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816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86" grpId="0" animBg="1"/>
      <p:bldP spid="88" grpId="0" animBg="1"/>
      <p:bldP spid="56" grpId="0"/>
      <p:bldP spid="100" grpId="0" animBg="1"/>
      <p:bldP spid="1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11332759" y="55751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0409862" y="55751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2231202" y="556725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13184125" y="557514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546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3" grpId="0" animBg="1"/>
      <p:bldP spid="78" grpId="0" animBg="1"/>
      <p:bldP spid="109" grpId="0" animBg="1"/>
      <p:bldP spid="56" grpId="0"/>
      <p:bldP spid="100" grpId="0" animBg="1"/>
      <p:bldP spid="1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315503" y="57717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10409862" y="57717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12231202" y="57717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13168040" y="577172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710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2" grpId="0" animBg="1"/>
      <p:bldP spid="81" grpId="0" animBg="1"/>
      <p:bldP spid="110" grpId="0" animBg="1"/>
      <p:bldP spid="56" grpId="0"/>
      <p:bldP spid="100" grpId="0" animBg="1"/>
      <p:bldP spid="1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49034" y="263399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337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00" grpId="0" animBg="1"/>
      <p:bldP spid="1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6449786" y="1094363"/>
            <a:ext cx="590146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115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Dictation TIME!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EB7DF-417F-4BC4-899F-F189EE528474}"/>
              </a:ext>
            </a:extLst>
          </p:cNvPr>
          <p:cNvSpPr/>
          <p:nvPr/>
        </p:nvSpPr>
        <p:spPr>
          <a:xfrm>
            <a:off x="538275" y="653442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your journal.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Name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Substep</a:t>
            </a: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1.6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Lesson Number 1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Date: 9/29/20</a:t>
            </a:r>
          </a:p>
          <a:p>
            <a:pPr marL="914400" indent="-914400">
              <a:buFont typeface="+mj-lt"/>
              <a:buAutoNum type="arabicPeriod"/>
            </a:pPr>
            <a:endParaRPr lang="en-US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47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b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g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d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h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j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k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m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qu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r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v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x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z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wh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th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ck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unk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all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am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an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ung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ind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old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8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olt</a:t>
            </a:r>
            <a:endParaRPr kumimoji="0" sz="288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4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ost</a:t>
            </a:r>
            <a:endParaRPr kumimoji="0" sz="264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f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l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-s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84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  <a:sym typeface="Arial"/>
              </a:rPr>
              <a:t>-es    </a:t>
            </a:r>
            <a:endParaRPr kumimoji="0" sz="252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547872" y="1871750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 w="22225">
                  <a:solidFill>
                    <a:srgbClr val="DF5327"/>
                  </a:solidFill>
                  <a:prstDash val="solid"/>
                </a:ln>
                <a:solidFill>
                  <a:srgbClr val="DF5327">
                    <a:lumMod val="40000"/>
                    <a:lumOff val="60000"/>
                  </a:srgbClr>
                </a:solidFill>
                <a:effectLst>
                  <a:glow rad="228600">
                    <a:srgbClr val="418AB3">
                      <a:satMod val="175000"/>
                      <a:alpha val="40000"/>
                    </a:srgbClr>
                  </a:glow>
                </a:effectLst>
                <a:uLnTx/>
                <a:uFillTx/>
                <a:latin typeface="Euphemia"/>
                <a:ea typeface="+mn-ea"/>
                <a:cs typeface="+mn-cs"/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48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1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Where is the Digraph Blend?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F46789-D0C0-406C-B866-0D4D0D9BA4D9}"/>
              </a:ext>
            </a:extLst>
          </p:cNvPr>
          <p:cNvSpPr/>
          <p:nvPr/>
        </p:nvSpPr>
        <p:spPr>
          <a:xfrm>
            <a:off x="15003735" y="103998"/>
            <a:ext cx="4015266" cy="4072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Say w/o Suffix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Tap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 as you Spell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Scoop and Read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Spell it Back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C41224-0223-4D24-ADDE-287A8E0E7825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Spelling!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028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00" grpId="0" animBg="1"/>
      <p:bldP spid="1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8839" y="26655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2070063" y="60172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2993990" y="60172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0625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84764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11146136" y="601720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260910" y="496564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80B8BFA-EA82-4801-B3BE-763624CCAE0B}"/>
              </a:ext>
            </a:extLst>
          </p:cNvPr>
          <p:cNvSpPr txBox="1"/>
          <p:nvPr/>
        </p:nvSpPr>
        <p:spPr>
          <a:xfrm>
            <a:off x="16946005" y="3224630"/>
            <a:ext cx="197280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TAP IT OUT!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96D454-23EE-4B0C-B47C-86EE7B2C90BB}"/>
              </a:ext>
            </a:extLst>
          </p:cNvPr>
          <p:cNvSpPr/>
          <p:nvPr/>
        </p:nvSpPr>
        <p:spPr>
          <a:xfrm>
            <a:off x="10770045" y="218467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13A17D6-C902-42B2-9057-3999B709D069}"/>
                  </a:ext>
                </a:extLst>
              </p14:cNvPr>
              <p14:cNvContentPartPr/>
              <p14:nvPr/>
            </p14:nvContentPartPr>
            <p14:xfrm>
              <a:off x="11155320" y="4978440"/>
              <a:ext cx="4806000" cy="2926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13A17D6-C902-42B2-9057-3999B709D0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45960" y="4969080"/>
                <a:ext cx="4824720" cy="29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58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 animBg="1"/>
      <p:bldP spid="74" grpId="0" animBg="1"/>
      <p:bldP spid="86" grpId="0" animBg="1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1185687" y="613803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68261" y="13943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73117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0625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0200164" y="613803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12171210" y="613803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11BDF0-EE44-42EB-AA58-D97048BB05F0}"/>
              </a:ext>
            </a:extLst>
          </p:cNvPr>
          <p:cNvSpPr/>
          <p:nvPr/>
        </p:nvSpPr>
        <p:spPr>
          <a:xfrm>
            <a:off x="10770045" y="218467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2952EE-1641-4308-9B3E-E5A95B5E9908}"/>
                  </a:ext>
                </a:extLst>
              </p14:cNvPr>
              <p14:cNvContentPartPr/>
              <p14:nvPr/>
            </p14:nvContentPartPr>
            <p14:xfrm>
              <a:off x="10352880" y="5059800"/>
              <a:ext cx="3038040" cy="226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2952EE-1641-4308-9B3E-E5A95B5E99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43520" y="5050440"/>
                <a:ext cx="3056760" cy="228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778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9" grpId="0" animBg="1"/>
      <p:bldP spid="85" grpId="0" animBg="1"/>
      <p:bldP spid="88" grpId="0" animBg="1"/>
      <p:bldP spid="5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1145033" y="59986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2130556" y="60092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10159510" y="59986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770045" y="218467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473B2B-31EA-40B2-BB1B-763976BB57E0}"/>
                  </a:ext>
                </a:extLst>
              </p14:cNvPr>
              <p14:cNvContentPartPr/>
              <p14:nvPr/>
            </p14:nvContentPartPr>
            <p14:xfrm>
              <a:off x="9763560" y="4937760"/>
              <a:ext cx="5557680" cy="235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473B2B-31EA-40B2-BB1B-763976BB57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54200" y="4928400"/>
                <a:ext cx="5576400" cy="23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127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 animBg="1"/>
      <p:bldP spid="74" grpId="0" animBg="1"/>
      <p:bldP spid="84" grpId="0" animBg="1"/>
      <p:bldP spid="5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251711" y="279893"/>
            <a:ext cx="5206181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Consonant Blends!</a:t>
            </a:r>
            <a:endParaRPr lang="en-US" sz="6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12708907" y="58040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1719076" y="58040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3705079" y="58040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0733553" y="580400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9890987" y="2910252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Google Shape;175;p22">
            <a:extLst>
              <a:ext uri="{FF2B5EF4-FFF2-40B4-BE49-F238E27FC236}">
                <a16:creationId xmlns:a16="http://schemas.microsoft.com/office/drawing/2014/main" id="{70BE0C00-69A2-4DDB-85E7-E7E5CB3E8895}"/>
              </a:ext>
            </a:extLst>
          </p:cNvPr>
          <p:cNvSpPr/>
          <p:nvPr/>
        </p:nvSpPr>
        <p:spPr>
          <a:xfrm>
            <a:off x="12092073" y="82229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0" name="Google Shape;189;p22">
            <a:extLst>
              <a:ext uri="{FF2B5EF4-FFF2-40B4-BE49-F238E27FC236}">
                <a16:creationId xmlns:a16="http://schemas.microsoft.com/office/drawing/2014/main" id="{6D8E370C-F972-480A-A18B-3C243E16022B}"/>
              </a:ext>
            </a:extLst>
          </p:cNvPr>
          <p:cNvSpPr/>
          <p:nvPr/>
        </p:nvSpPr>
        <p:spPr>
          <a:xfrm>
            <a:off x="13016000" y="82229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1" name="Google Shape;201;p22">
            <a:extLst>
              <a:ext uri="{FF2B5EF4-FFF2-40B4-BE49-F238E27FC236}">
                <a16:creationId xmlns:a16="http://schemas.microsoft.com/office/drawing/2014/main" id="{09A7EA60-75E5-4367-8A46-0C484B6E84AD}"/>
              </a:ext>
            </a:extLst>
          </p:cNvPr>
          <p:cNvSpPr/>
          <p:nvPr/>
        </p:nvSpPr>
        <p:spPr>
          <a:xfrm>
            <a:off x="11168146" y="822299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F25712B-8319-4409-B72C-7AFFD6E30789}"/>
              </a:ext>
            </a:extLst>
          </p:cNvPr>
          <p:cNvSpPr/>
          <p:nvPr/>
        </p:nvSpPr>
        <p:spPr>
          <a:xfrm>
            <a:off x="14229150" y="3158982"/>
            <a:ext cx="5206181" cy="68634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Blends and Digraphs are NOT the same.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9DD903-6349-4830-B627-49B79AA7EB63}"/>
                  </a:ext>
                </a:extLst>
              </p14:cNvPr>
              <p14:cNvContentPartPr/>
              <p14:nvPr/>
            </p14:nvContentPartPr>
            <p14:xfrm>
              <a:off x="9956520" y="1534320"/>
              <a:ext cx="8412840" cy="7508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9DD903-6349-4830-B627-49B79AA7EB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47160" y="1524960"/>
                <a:ext cx="8431560" cy="752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60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1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0" grpId="0" animBg="1"/>
      <p:bldP spid="71" grpId="0" animBg="1"/>
      <p:bldP spid="74" grpId="0" animBg="1"/>
      <p:bldP spid="77" grpId="0" animBg="1"/>
      <p:bldP spid="56" grpId="0"/>
      <p:bldP spid="57" grpId="0" animBg="1"/>
      <p:bldP spid="100" grpId="0" animBg="1"/>
      <p:bldP spid="111" grpId="0" animBg="1"/>
      <p:bldP spid="1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12921521" y="547285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1883028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13907044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0897505" y="548344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770045" y="218467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033039-A7B5-4688-8CFE-0E8EE0B82302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Blend?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D8850E-9AB3-4AF4-B8DD-8B79A0D958A2}"/>
                  </a:ext>
                </a:extLst>
              </p14:cNvPr>
              <p14:cNvContentPartPr/>
              <p14:nvPr/>
            </p14:nvContentPartPr>
            <p14:xfrm>
              <a:off x="10139400" y="5009040"/>
              <a:ext cx="2916360" cy="154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D8850E-9AB3-4AF4-B8DD-8B79A0D958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30040" y="4999680"/>
                <a:ext cx="2935080" cy="156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36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8" grpId="0" animBg="1"/>
      <p:bldP spid="73" grpId="0" animBg="1"/>
      <p:bldP spid="74" grpId="0" animBg="1"/>
      <p:bldP spid="77" grpId="0" animBg="1"/>
      <p:bldP spid="5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2482375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3520868" y="597320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11496852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14506391" y="596848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770045" y="218467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AB6663-2857-436B-9572-1B6AABD682EB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Blend?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CEA2D0-1688-4DC5-85F0-DB584C3B242B}"/>
                  </a:ext>
                </a:extLst>
              </p14:cNvPr>
              <p14:cNvContentPartPr/>
              <p14:nvPr/>
            </p14:nvContentPartPr>
            <p14:xfrm>
              <a:off x="13715640" y="5344200"/>
              <a:ext cx="3708720" cy="141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CEA2D0-1688-4DC5-85F0-DB584C3B24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06280" y="5334840"/>
                <a:ext cx="3727440" cy="14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766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9" grpId="0" animBg="1"/>
      <p:bldP spid="73" grpId="0" animBg="1"/>
      <p:bldP spid="77" grpId="0" animBg="1"/>
      <p:bldP spid="78" grpId="0" animBg="1"/>
      <p:bldP spid="5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 Blends!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1144792" y="64253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10121598" y="64253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90534" y="64253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3188008" y="64253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383031" y="3140173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3B4B0A-9EDB-40DB-B5D1-E8411DF74EF7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Digraph Blend?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25E314-E0DA-4346-BA3A-82C156A8C6AD}"/>
                  </a:ext>
                </a:extLst>
              </p14:cNvPr>
              <p14:cNvContentPartPr/>
              <p14:nvPr/>
            </p14:nvContentPartPr>
            <p14:xfrm>
              <a:off x="9834480" y="396360"/>
              <a:ext cx="7539120" cy="7213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25E314-E0DA-4346-BA3A-82C156A8C6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25120" y="387000"/>
                <a:ext cx="7557840" cy="72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410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2" grpId="0" animBg="1"/>
      <p:bldP spid="71" grpId="0" animBg="1"/>
      <p:bldP spid="73" grpId="0" animBg="1"/>
      <p:bldP spid="85" grpId="0" animBg="1"/>
      <p:bldP spid="5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 Blends!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12364984" y="66478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13311027" y="66478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11400795" y="662670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10437656" y="664782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Digraph Blend?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9E3545-FCB9-4517-9F5A-FD8EF73C920E}"/>
                  </a:ext>
                </a:extLst>
              </p14:cNvPr>
              <p14:cNvContentPartPr/>
              <p14:nvPr/>
            </p14:nvContentPartPr>
            <p14:xfrm>
              <a:off x="9855000" y="233640"/>
              <a:ext cx="8829360" cy="757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9E3545-FCB9-4517-9F5A-FD8EF73C92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45640" y="224280"/>
                <a:ext cx="8848080" cy="759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79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9" grpId="0" animBg="1"/>
      <p:bldP spid="67" grpId="0" animBg="1"/>
      <p:bldP spid="76" grpId="0" animBg="1"/>
      <p:bldP spid="86" grpId="0" animBg="1"/>
      <p:bldP spid="5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 Blends!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Digraph Blend?</a:t>
            </a:r>
          </a:p>
        </p:txBody>
      </p:sp>
    </p:spTree>
    <p:extLst>
      <p:ext uri="{BB962C8B-B14F-4D97-AF65-F5344CB8AC3E}">
        <p14:creationId xmlns:p14="http://schemas.microsoft.com/office/powerpoint/2010/main" val="235957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6998109" y="502178"/>
            <a:ext cx="5206181" cy="44935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Build Some Words with </a:t>
            </a:r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1B252-D31B-4A6B-879E-FE4B6AAF51D4}"/>
              </a:ext>
            </a:extLst>
          </p:cNvPr>
          <p:cNvSpPr txBox="1"/>
          <p:nvPr/>
        </p:nvSpPr>
        <p:spPr>
          <a:xfrm>
            <a:off x="15026065" y="728674"/>
            <a:ext cx="3331029" cy="228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Magnetic Journal</a:t>
            </a:r>
          </a:p>
          <a:p>
            <a:r>
              <a:rPr lang="en-US" dirty="0"/>
              <a:t>Dictate</a:t>
            </a:r>
          </a:p>
          <a:p>
            <a:r>
              <a:rPr lang="en-US" dirty="0"/>
              <a:t>Tap</a:t>
            </a:r>
          </a:p>
          <a:p>
            <a:r>
              <a:rPr lang="en-US" dirty="0"/>
              <a:t>Spell</a:t>
            </a:r>
          </a:p>
          <a:p>
            <a:r>
              <a:rPr lang="en-US" dirty="0"/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250795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9FAF81-8507-48DD-893E-6ED36F1E4652}"/>
              </a:ext>
            </a:extLst>
          </p:cNvPr>
          <p:cNvSpPr/>
          <p:nvPr/>
        </p:nvSpPr>
        <p:spPr>
          <a:xfrm>
            <a:off x="4800600" y="141000"/>
            <a:ext cx="9601200" cy="95102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600" dirty="0">
                <a:solidFill>
                  <a:srgbClr val="000000"/>
                </a:solidFill>
                <a:latin typeface="Gadugi" panose="020B0502040204020203" pitchFamily="34" charset="0"/>
              </a:rPr>
              <a:t>Unit 2 Day 1 Phrases:</a:t>
            </a:r>
          </a:p>
          <a:p>
            <a:endParaRPr lang="en-US" sz="6000" dirty="0"/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from the dish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rush on deck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lack of fun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then they shop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are not thick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331E3-3376-49C4-B9ED-24035B9327AC}"/>
              </a:ext>
            </a:extLst>
          </p:cNvPr>
          <p:cNvSpPr/>
          <p:nvPr/>
        </p:nvSpPr>
        <p:spPr>
          <a:xfrm>
            <a:off x="12509256" y="1321504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read fluently!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954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9FAF81-8507-48DD-893E-6ED36F1E4652}"/>
              </a:ext>
            </a:extLst>
          </p:cNvPr>
          <p:cNvSpPr/>
          <p:nvPr/>
        </p:nvSpPr>
        <p:spPr>
          <a:xfrm>
            <a:off x="4933950" y="160050"/>
            <a:ext cx="9601200" cy="92332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Unit 2 Day 1 Phrases:</a:t>
            </a:r>
          </a:p>
          <a:p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in the back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shop was posh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hush the mob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rock is thin</a:t>
            </a:r>
          </a:p>
          <a:p>
            <a:pPr fontAlgn="base">
              <a:buFont typeface="+mj-lt"/>
              <a:buAutoNum type="arabicPeriod"/>
            </a:pPr>
            <a:endParaRPr lang="en-US" sz="5400" dirty="0">
              <a:solidFill>
                <a:srgbClr val="000000"/>
              </a:solidFill>
              <a:latin typeface="Gadugi" panose="020B0502040204020203" pitchFamily="34" charset="0"/>
            </a:endParaRPr>
          </a:p>
          <a:p>
            <a:pPr fontAlgn="base">
              <a:buFont typeface="+mj-lt"/>
              <a:buAutoNum type="arabicPeriod"/>
            </a:pPr>
            <a:r>
              <a:rPr lang="en-US" sz="5400" dirty="0">
                <a:solidFill>
                  <a:srgbClr val="000000"/>
                </a:solidFill>
                <a:latin typeface="Gadugi" panose="020B0502040204020203" pitchFamily="34" charset="0"/>
              </a:rPr>
              <a:t>have such fun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3BA4F-FCF1-4321-9150-92B1B32F21F0}"/>
              </a:ext>
            </a:extLst>
          </p:cNvPr>
          <p:cNvSpPr/>
          <p:nvPr/>
        </p:nvSpPr>
        <p:spPr>
          <a:xfrm>
            <a:off x="12509256" y="1321504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read fluently!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205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6998109" y="502178"/>
            <a:ext cx="5206181" cy="44935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66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Build Some Words with </a:t>
            </a:r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1756" y="5237367"/>
            <a:ext cx="10069396" cy="38771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65D9B0-CA3E-491D-9FF9-264D7936643B}"/>
              </a:ext>
            </a:extLst>
          </p:cNvPr>
          <p:cNvSpPr/>
          <p:nvPr/>
        </p:nvSpPr>
        <p:spPr>
          <a:xfrm>
            <a:off x="13117005" y="3525797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1B252-D31B-4A6B-879E-FE4B6AAF51D4}"/>
              </a:ext>
            </a:extLst>
          </p:cNvPr>
          <p:cNvSpPr txBox="1"/>
          <p:nvPr/>
        </p:nvSpPr>
        <p:spPr>
          <a:xfrm>
            <a:off x="15026065" y="728674"/>
            <a:ext cx="3331029" cy="228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Magnetic Journal</a:t>
            </a:r>
          </a:p>
          <a:p>
            <a:r>
              <a:rPr lang="en-US" dirty="0"/>
              <a:t>Dictate</a:t>
            </a:r>
          </a:p>
          <a:p>
            <a:r>
              <a:rPr lang="en-US" dirty="0"/>
              <a:t>Tap</a:t>
            </a:r>
          </a:p>
          <a:p>
            <a:r>
              <a:rPr lang="en-US" dirty="0"/>
              <a:t>Spell</a:t>
            </a:r>
          </a:p>
          <a:p>
            <a:r>
              <a:rPr lang="en-US" dirty="0"/>
              <a:t>Build</a:t>
            </a:r>
          </a:p>
        </p:txBody>
      </p:sp>
    </p:spTree>
    <p:extLst>
      <p:ext uri="{BB962C8B-B14F-4D97-AF65-F5344CB8AC3E}">
        <p14:creationId xmlns:p14="http://schemas.microsoft.com/office/powerpoint/2010/main" val="167546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Title and Content Layout with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first bullet point here</a:t>
            </a:r>
          </a:p>
          <a:p>
            <a:r>
              <a:rPr lang="en-US" dirty="0"/>
              <a:t>Add your second bullet point here</a:t>
            </a:r>
          </a:p>
          <a:p>
            <a:r>
              <a:rPr lang="en-US" dirty="0"/>
              <a:t>Add your 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18948530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First bullet point here</a:t>
            </a:r>
          </a:p>
          <a:p>
            <a:r>
              <a:rPr lang="en-US"/>
              <a:t>Second bullet point here</a:t>
            </a:r>
          </a:p>
          <a:p>
            <a:r>
              <a:rPr lang="en-US"/>
              <a:t>Third bullet point here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9774346"/>
              </p:ext>
            </p:extLst>
          </p:nvPr>
        </p:nvGraphicFramePr>
        <p:xfrm>
          <a:off x="10514013" y="3657600"/>
          <a:ext cx="4572000" cy="207991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869">
                <a:tc>
                  <a:txBody>
                    <a:bodyPr/>
                    <a:lstStyle/>
                    <a:p>
                      <a:r>
                        <a:rPr lang="en-US" sz="2900" dirty="0"/>
                        <a:t>Class</a:t>
                      </a:r>
                      <a:endParaRPr sz="29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Group 1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Group 2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69">
                <a:tc>
                  <a:txBody>
                    <a:bodyPr/>
                    <a:lstStyle/>
                    <a:p>
                      <a:r>
                        <a:rPr sz="2900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69">
                <a:tc>
                  <a:txBody>
                    <a:bodyPr/>
                    <a:lstStyle/>
                    <a:p>
                      <a:r>
                        <a:rPr sz="2900"/>
                        <a:t>Class</a:t>
                      </a:r>
                      <a:r>
                        <a:rPr sz="2900" baseline="0"/>
                        <a:t> 2</a:t>
                      </a:r>
                      <a:endParaRPr sz="2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69">
                <a:tc>
                  <a:txBody>
                    <a:bodyPr/>
                    <a:lstStyle/>
                    <a:p>
                      <a:r>
                        <a:rPr sz="290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9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169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SmartArt</a:t>
            </a:r>
          </a:p>
        </p:txBody>
      </p:sp>
      <p:graphicFrame>
        <p:nvGraphicFramePr>
          <p:cNvPr id="15" name="Content Placeholder 14" descr="Step Up Process diagram showing 5 steps ascending" title="SmartArt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959849"/>
              </p:ext>
            </p:extLst>
          </p:nvPr>
        </p:nvGraphicFramePr>
        <p:xfrm>
          <a:off x="5713413" y="3657600"/>
          <a:ext cx="9372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2506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35593-8991-4425-8E99-2EBC3D937BBB}"/>
              </a:ext>
            </a:extLst>
          </p:cNvPr>
          <p:cNvSpPr/>
          <p:nvPr/>
        </p:nvSpPr>
        <p:spPr>
          <a:xfrm>
            <a:off x="9366006" y="355707"/>
            <a:ext cx="520618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en-U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Digraph Blends!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D95B26-8850-4350-AB14-EB8451CAA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17" b="94245" l="831" r="96399">
                        <a14:foregroundMark x1="2770" y1="3597" x2="20222" y2="5755"/>
                        <a14:foregroundMark x1="20222" y1="5755" x2="25208" y2="4317"/>
                        <a14:foregroundMark x1="25208" y1="4317" x2="25208" y2="4317"/>
                        <a14:foregroundMark x1="5540" y1="9353" x2="2493" y2="34532"/>
                        <a14:foregroundMark x1="2493" y1="34532" x2="1939" y2="47482"/>
                        <a14:foregroundMark x1="1939" y1="47482" x2="3324" y2="61151"/>
                        <a14:foregroundMark x1="4709" y1="40288" x2="32964" y2="41007"/>
                        <a14:foregroundMark x1="35734" y1="44604" x2="35734" y2="44604"/>
                        <a14:foregroundMark x1="42659" y1="69784" x2="46260" y2="77698"/>
                        <a14:foregroundMark x1="46260" y1="77698" x2="51524" y2="82734"/>
                        <a14:foregroundMark x1="51524" y1="82734" x2="54294" y2="83453"/>
                        <a14:foregroundMark x1="55892" y1="82913" x2="82825" y2="67626"/>
                        <a14:foregroundMark x1="40997" y1="91367" x2="55444" y2="83167"/>
                        <a14:foregroundMark x1="82825" y1="67626" x2="87535" y2="69065"/>
                        <a14:foregroundMark x1="87535" y1="69065" x2="92798" y2="68345"/>
                        <a14:foregroundMark x1="92798" y1="68345" x2="94737" y2="79856"/>
                        <a14:foregroundMark x1="94737" y1="79856" x2="79932" y2="88401"/>
                        <a14:foregroundMark x1="58310" y1="94099" x2="48753" y2="95683"/>
                        <a14:foregroundMark x1="48753" y1="95683" x2="46260" y2="93525"/>
                        <a14:foregroundMark x1="9972" y1="15827" x2="15235" y2="16547"/>
                        <a14:foregroundMark x1="15235" y1="16547" x2="22161" y2="15827"/>
                        <a14:foregroundMark x1="9141" y1="29496" x2="6094" y2="30216"/>
                        <a14:foregroundMark x1="33518" y1="41007" x2="55679" y2="42446"/>
                        <a14:foregroundMark x1="55679" y1="42446" x2="68975" y2="38849"/>
                        <a14:foregroundMark x1="61773" y1="58273" x2="58449" y2="63309"/>
                        <a14:foregroundMark x1="56787" y1="71223" x2="53463" y2="74820"/>
                        <a14:foregroundMark x1="83934" y1="78417" x2="93629" y2="75540"/>
                        <a14:foregroundMark x1="93629" y1="75540" x2="93629" y2="75540"/>
                        <a14:foregroundMark x1="94737" y1="72662" x2="94737" y2="72662"/>
                        <a14:foregroundMark x1="96399" y1="71223" x2="96399" y2="71223"/>
                        <a14:foregroundMark x1="84211" y1="74820" x2="77562" y2="80576"/>
                        <a14:backgroundMark x1="66205" y1="96403" x2="66205" y2="96403"/>
                        <a14:backgroundMark x1="69252" y1="97122" x2="73961" y2="97122"/>
                        <a14:backgroundMark x1="73961" y1="97122" x2="74792" y2="96403"/>
                        <a14:backgroundMark x1="80332" y1="89928" x2="58726" y2="95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9863" y="355707"/>
            <a:ext cx="4750058" cy="1828970"/>
          </a:xfrm>
          <a:prstGeom prst="rect">
            <a:avLst/>
          </a:prstGeom>
        </p:spPr>
      </p:pic>
      <p:sp>
        <p:nvSpPr>
          <p:cNvPr id="58" name="Google Shape;173;p22">
            <a:extLst>
              <a:ext uri="{FF2B5EF4-FFF2-40B4-BE49-F238E27FC236}">
                <a16:creationId xmlns:a16="http://schemas.microsoft.com/office/drawing/2014/main" id="{2942F99F-6DCE-4245-886D-8B7923BACD8C}"/>
              </a:ext>
            </a:extLst>
          </p:cNvPr>
          <p:cNvSpPr/>
          <p:nvPr/>
        </p:nvSpPr>
        <p:spPr>
          <a:xfrm>
            <a:off x="212063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9" name="Google Shape;174;p22">
            <a:extLst>
              <a:ext uri="{FF2B5EF4-FFF2-40B4-BE49-F238E27FC236}">
                <a16:creationId xmlns:a16="http://schemas.microsoft.com/office/drawing/2014/main" id="{804AAF61-E3F0-4C86-A71F-A3DCDBC008EF}"/>
              </a:ext>
            </a:extLst>
          </p:cNvPr>
          <p:cNvSpPr/>
          <p:nvPr/>
        </p:nvSpPr>
        <p:spPr>
          <a:xfrm>
            <a:off x="4251101" y="253148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e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0" name="Google Shape;175;p22">
            <a:extLst>
              <a:ext uri="{FF2B5EF4-FFF2-40B4-BE49-F238E27FC236}">
                <a16:creationId xmlns:a16="http://schemas.microsoft.com/office/drawing/2014/main" id="{A2F9E940-9B91-40B5-AF11-1F2B5205EF0C}"/>
              </a:ext>
            </a:extLst>
          </p:cNvPr>
          <p:cNvSpPr/>
          <p:nvPr/>
        </p:nvSpPr>
        <p:spPr>
          <a:xfrm>
            <a:off x="2252791" y="142704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1" name="Google Shape;176;p22">
            <a:extLst>
              <a:ext uri="{FF2B5EF4-FFF2-40B4-BE49-F238E27FC236}">
                <a16:creationId xmlns:a16="http://schemas.microsoft.com/office/drawing/2014/main" id="{688413C9-CDFB-49EF-BCE0-23FC2DE20683}"/>
              </a:ext>
            </a:extLst>
          </p:cNvPr>
          <p:cNvSpPr/>
          <p:nvPr/>
        </p:nvSpPr>
        <p:spPr>
          <a:xfrm>
            <a:off x="2252791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2" name="Google Shape;177;p22">
            <a:extLst>
              <a:ext uri="{FF2B5EF4-FFF2-40B4-BE49-F238E27FC236}">
                <a16:creationId xmlns:a16="http://schemas.microsoft.com/office/drawing/2014/main" id="{05F1EE59-96EE-48C2-9264-8E9DCDA68E12}"/>
              </a:ext>
            </a:extLst>
          </p:cNvPr>
          <p:cNvSpPr/>
          <p:nvPr/>
        </p:nvSpPr>
        <p:spPr>
          <a:xfrm>
            <a:off x="1259194" y="37966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9D3C5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3" name="Google Shape;178;p22">
            <a:extLst>
              <a:ext uri="{FF2B5EF4-FFF2-40B4-BE49-F238E27FC236}">
                <a16:creationId xmlns:a16="http://schemas.microsoft.com/office/drawing/2014/main" id="{170105C9-41ED-48BB-9ECA-C6C24E9D6528}"/>
              </a:ext>
            </a:extLst>
          </p:cNvPr>
          <p:cNvSpPr/>
          <p:nvPr/>
        </p:nvSpPr>
        <p:spPr>
          <a:xfrm>
            <a:off x="1207564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b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4" name="Google Shape;179;p22">
            <a:extLst>
              <a:ext uri="{FF2B5EF4-FFF2-40B4-BE49-F238E27FC236}">
                <a16:creationId xmlns:a16="http://schemas.microsoft.com/office/drawing/2014/main" id="{A2504DE6-72D9-4FAA-AFDF-BF773FD31D55}"/>
              </a:ext>
            </a:extLst>
          </p:cNvPr>
          <p:cNvSpPr/>
          <p:nvPr/>
        </p:nvSpPr>
        <p:spPr>
          <a:xfrm>
            <a:off x="2277747" y="22112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5" name="Google Shape;180;p22">
            <a:extLst>
              <a:ext uri="{FF2B5EF4-FFF2-40B4-BE49-F238E27FC236}">
                <a16:creationId xmlns:a16="http://schemas.microsoft.com/office/drawing/2014/main" id="{84F25960-F2A3-4195-9A04-5768CA83F710}"/>
              </a:ext>
            </a:extLst>
          </p:cNvPr>
          <p:cNvSpPr/>
          <p:nvPr/>
        </p:nvSpPr>
        <p:spPr>
          <a:xfrm>
            <a:off x="5187502" y="256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6" name="Google Shape;181;p22">
            <a:extLst>
              <a:ext uri="{FF2B5EF4-FFF2-40B4-BE49-F238E27FC236}">
                <a16:creationId xmlns:a16="http://schemas.microsoft.com/office/drawing/2014/main" id="{2CFA4BA1-02DE-485E-B6D4-442E0B5377C2}"/>
              </a:ext>
            </a:extLst>
          </p:cNvPr>
          <p:cNvSpPr/>
          <p:nvPr/>
        </p:nvSpPr>
        <p:spPr>
          <a:xfrm>
            <a:off x="217830" y="141182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g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7" name="Google Shape;182;p22">
            <a:extLst>
              <a:ext uri="{FF2B5EF4-FFF2-40B4-BE49-F238E27FC236}">
                <a16:creationId xmlns:a16="http://schemas.microsoft.com/office/drawing/2014/main" id="{AA9E65D6-F210-4B93-A3AB-492CB4FB86FB}"/>
              </a:ext>
            </a:extLst>
          </p:cNvPr>
          <p:cNvSpPr/>
          <p:nvPr/>
        </p:nvSpPr>
        <p:spPr>
          <a:xfrm>
            <a:off x="3299372" y="21863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d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8" name="Google Shape;183;p22">
            <a:extLst>
              <a:ext uri="{FF2B5EF4-FFF2-40B4-BE49-F238E27FC236}">
                <a16:creationId xmlns:a16="http://schemas.microsoft.com/office/drawing/2014/main" id="{11F47F14-8603-4C79-AA05-80E6A247B018}"/>
              </a:ext>
            </a:extLst>
          </p:cNvPr>
          <p:cNvSpPr/>
          <p:nvPr/>
        </p:nvSpPr>
        <p:spPr>
          <a:xfrm>
            <a:off x="1271718" y="138684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h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69" name="Google Shape;184;p22">
            <a:extLst>
              <a:ext uri="{FF2B5EF4-FFF2-40B4-BE49-F238E27FC236}">
                <a16:creationId xmlns:a16="http://schemas.microsoft.com/office/drawing/2014/main" id="{00589D9C-DE78-4183-AFE6-3F43018AD2B5}"/>
              </a:ext>
            </a:extLst>
          </p:cNvPr>
          <p:cNvSpPr/>
          <p:nvPr/>
        </p:nvSpPr>
        <p:spPr>
          <a:xfrm>
            <a:off x="3264793" y="142188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j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0" name="Google Shape;185;p22">
            <a:extLst>
              <a:ext uri="{FF2B5EF4-FFF2-40B4-BE49-F238E27FC236}">
                <a16:creationId xmlns:a16="http://schemas.microsoft.com/office/drawing/2014/main" id="{CA0A0953-90E0-4980-9307-FDAE24C8F2C3}"/>
              </a:ext>
            </a:extLst>
          </p:cNvPr>
          <p:cNvSpPr/>
          <p:nvPr/>
        </p:nvSpPr>
        <p:spPr>
          <a:xfrm>
            <a:off x="4261421" y="142035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k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1" name="Google Shape;186;p22">
            <a:extLst>
              <a:ext uri="{FF2B5EF4-FFF2-40B4-BE49-F238E27FC236}">
                <a16:creationId xmlns:a16="http://schemas.microsoft.com/office/drawing/2014/main" id="{F05A585D-C7B5-4CC6-AF1E-D837F066C9D2}"/>
              </a:ext>
            </a:extLst>
          </p:cNvPr>
          <p:cNvSpPr/>
          <p:nvPr/>
        </p:nvSpPr>
        <p:spPr>
          <a:xfrm>
            <a:off x="5216579" y="141518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2" name="Google Shape;187;p22">
            <a:extLst>
              <a:ext uri="{FF2B5EF4-FFF2-40B4-BE49-F238E27FC236}">
                <a16:creationId xmlns:a16="http://schemas.microsoft.com/office/drawing/2014/main" id="{4728B131-4700-4DF4-A3B5-98AE590420D7}"/>
              </a:ext>
            </a:extLst>
          </p:cNvPr>
          <p:cNvSpPr/>
          <p:nvPr/>
        </p:nvSpPr>
        <p:spPr>
          <a:xfrm>
            <a:off x="206258" y="2615192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m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3" name="Google Shape;188;p22">
            <a:extLst>
              <a:ext uri="{FF2B5EF4-FFF2-40B4-BE49-F238E27FC236}">
                <a16:creationId xmlns:a16="http://schemas.microsoft.com/office/drawing/2014/main" id="{2E9153CA-AF2E-4EB9-9200-9A3FADC62CBD}"/>
              </a:ext>
            </a:extLst>
          </p:cNvPr>
          <p:cNvSpPr/>
          <p:nvPr/>
        </p:nvSpPr>
        <p:spPr>
          <a:xfrm>
            <a:off x="1217412" y="260276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n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4" name="Google Shape;189;p22">
            <a:extLst>
              <a:ext uri="{FF2B5EF4-FFF2-40B4-BE49-F238E27FC236}">
                <a16:creationId xmlns:a16="http://schemas.microsoft.com/office/drawing/2014/main" id="{872E6458-7538-4ADC-8DE2-F67133EC1DAC}"/>
              </a:ext>
            </a:extLst>
          </p:cNvPr>
          <p:cNvSpPr/>
          <p:nvPr/>
        </p:nvSpPr>
        <p:spPr>
          <a:xfrm>
            <a:off x="3230749" y="2620704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p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5" name="Google Shape;190;p22">
            <a:extLst>
              <a:ext uri="{FF2B5EF4-FFF2-40B4-BE49-F238E27FC236}">
                <a16:creationId xmlns:a16="http://schemas.microsoft.com/office/drawing/2014/main" id="{2CFB3606-969D-4454-95EF-56ABBAF7D7F2}"/>
              </a:ext>
            </a:extLst>
          </p:cNvPr>
          <p:cNvSpPr/>
          <p:nvPr/>
        </p:nvSpPr>
        <p:spPr>
          <a:xfrm>
            <a:off x="4248011" y="265469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qu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6" name="Google Shape;191;p22">
            <a:extLst>
              <a:ext uri="{FF2B5EF4-FFF2-40B4-BE49-F238E27FC236}">
                <a16:creationId xmlns:a16="http://schemas.microsoft.com/office/drawing/2014/main" id="{844009BF-6565-47AB-A3E8-E8CC709089FB}"/>
              </a:ext>
            </a:extLst>
          </p:cNvPr>
          <p:cNvSpPr/>
          <p:nvPr/>
        </p:nvSpPr>
        <p:spPr>
          <a:xfrm>
            <a:off x="5224356" y="267853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r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7" name="Google Shape;192;p22">
            <a:extLst>
              <a:ext uri="{FF2B5EF4-FFF2-40B4-BE49-F238E27FC236}">
                <a16:creationId xmlns:a16="http://schemas.microsoft.com/office/drawing/2014/main" id="{300AE7DB-58F4-438E-B786-77F304C8316C}"/>
              </a:ext>
            </a:extLst>
          </p:cNvPr>
          <p:cNvSpPr/>
          <p:nvPr/>
        </p:nvSpPr>
        <p:spPr>
          <a:xfrm>
            <a:off x="6131378" y="2698850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8" name="Google Shape;193;p22">
            <a:extLst>
              <a:ext uri="{FF2B5EF4-FFF2-40B4-BE49-F238E27FC236}">
                <a16:creationId xmlns:a16="http://schemas.microsoft.com/office/drawing/2014/main" id="{88D41EDF-BD1F-4181-93FB-D671103137EE}"/>
              </a:ext>
            </a:extLst>
          </p:cNvPr>
          <p:cNvSpPr/>
          <p:nvPr/>
        </p:nvSpPr>
        <p:spPr>
          <a:xfrm>
            <a:off x="222072" y="377494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79" name="Google Shape;194;p22">
            <a:extLst>
              <a:ext uri="{FF2B5EF4-FFF2-40B4-BE49-F238E27FC236}">
                <a16:creationId xmlns:a16="http://schemas.microsoft.com/office/drawing/2014/main" id="{00AB4B5C-0CC6-4F82-9E32-F1504056BB98}"/>
              </a:ext>
            </a:extLst>
          </p:cNvPr>
          <p:cNvSpPr/>
          <p:nvPr/>
        </p:nvSpPr>
        <p:spPr>
          <a:xfrm>
            <a:off x="2234437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v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0" name="Google Shape;195;p22">
            <a:extLst>
              <a:ext uri="{FF2B5EF4-FFF2-40B4-BE49-F238E27FC236}">
                <a16:creationId xmlns:a16="http://schemas.microsoft.com/office/drawing/2014/main" id="{A4C2CFF8-72C7-4FA4-BE14-4A2A5435E2E6}"/>
              </a:ext>
            </a:extLst>
          </p:cNvPr>
          <p:cNvSpPr/>
          <p:nvPr/>
        </p:nvSpPr>
        <p:spPr>
          <a:xfrm>
            <a:off x="3209682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1" name="Google Shape;196;p22">
            <a:extLst>
              <a:ext uri="{FF2B5EF4-FFF2-40B4-BE49-F238E27FC236}">
                <a16:creationId xmlns:a16="http://schemas.microsoft.com/office/drawing/2014/main" id="{12939DF3-5212-442C-A2EB-00077F771EC5}"/>
              </a:ext>
            </a:extLst>
          </p:cNvPr>
          <p:cNvSpPr/>
          <p:nvPr/>
        </p:nvSpPr>
        <p:spPr>
          <a:xfrm>
            <a:off x="4175374" y="3820316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x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2" name="Google Shape;197;p22">
            <a:extLst>
              <a:ext uri="{FF2B5EF4-FFF2-40B4-BE49-F238E27FC236}">
                <a16:creationId xmlns:a16="http://schemas.microsoft.com/office/drawing/2014/main" id="{1C533F33-0176-45EF-8962-953B52142EF5}"/>
              </a:ext>
            </a:extLst>
          </p:cNvPr>
          <p:cNvSpPr/>
          <p:nvPr/>
        </p:nvSpPr>
        <p:spPr>
          <a:xfrm>
            <a:off x="5133126" y="382503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y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3" name="Google Shape;198;p22">
            <a:extLst>
              <a:ext uri="{FF2B5EF4-FFF2-40B4-BE49-F238E27FC236}">
                <a16:creationId xmlns:a16="http://schemas.microsoft.com/office/drawing/2014/main" id="{F7D29A14-04B9-4C32-9CCC-4C89759B55D0}"/>
              </a:ext>
            </a:extLst>
          </p:cNvPr>
          <p:cNvSpPr/>
          <p:nvPr/>
        </p:nvSpPr>
        <p:spPr>
          <a:xfrm>
            <a:off x="6108368" y="3839845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z</a:t>
            </a:r>
            <a:endParaRPr sz="32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4" name="Google Shape;199;p22">
            <a:extLst>
              <a:ext uri="{FF2B5EF4-FFF2-40B4-BE49-F238E27FC236}">
                <a16:creationId xmlns:a16="http://schemas.microsoft.com/office/drawing/2014/main" id="{EAF6BAFD-7EEE-4C24-81D6-6DBC7315F281}"/>
              </a:ext>
            </a:extLst>
          </p:cNvPr>
          <p:cNvSpPr/>
          <p:nvPr/>
        </p:nvSpPr>
        <p:spPr>
          <a:xfrm>
            <a:off x="214043" y="4916929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wh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5" name="Google Shape;200;p22">
            <a:extLst>
              <a:ext uri="{FF2B5EF4-FFF2-40B4-BE49-F238E27FC236}">
                <a16:creationId xmlns:a16="http://schemas.microsoft.com/office/drawing/2014/main" id="{3A0B4818-E20A-4A0A-91A9-8D94BFBE1D4F}"/>
              </a:ext>
            </a:extLst>
          </p:cNvPr>
          <p:cNvSpPr/>
          <p:nvPr/>
        </p:nvSpPr>
        <p:spPr>
          <a:xfrm>
            <a:off x="1271718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6" name="Google Shape;201;p22">
            <a:extLst>
              <a:ext uri="{FF2B5EF4-FFF2-40B4-BE49-F238E27FC236}">
                <a16:creationId xmlns:a16="http://schemas.microsoft.com/office/drawing/2014/main" id="{66DC03E6-F844-490E-8D38-8276195DE7F4}"/>
              </a:ext>
            </a:extLst>
          </p:cNvPr>
          <p:cNvSpPr/>
          <p:nvPr/>
        </p:nvSpPr>
        <p:spPr>
          <a:xfrm>
            <a:off x="2284256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7" name="Google Shape;202;p22">
            <a:extLst>
              <a:ext uri="{FF2B5EF4-FFF2-40B4-BE49-F238E27FC236}">
                <a16:creationId xmlns:a16="http://schemas.microsoft.com/office/drawing/2014/main" id="{D5BC3935-DC1D-4A99-A2AC-BEF5838B0FF1}"/>
              </a:ext>
            </a:extLst>
          </p:cNvPr>
          <p:cNvSpPr/>
          <p:nvPr/>
        </p:nvSpPr>
        <p:spPr>
          <a:xfrm>
            <a:off x="3273448" y="4947077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th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8" name="Google Shape;203;p22">
            <a:extLst>
              <a:ext uri="{FF2B5EF4-FFF2-40B4-BE49-F238E27FC236}">
                <a16:creationId xmlns:a16="http://schemas.microsoft.com/office/drawing/2014/main" id="{5259ACE0-C0CD-46E9-BFAE-02B6D6E5BC1B}"/>
              </a:ext>
            </a:extLst>
          </p:cNvPr>
          <p:cNvSpPr/>
          <p:nvPr/>
        </p:nvSpPr>
        <p:spPr>
          <a:xfrm>
            <a:off x="4305212" y="495766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ck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89" name="Google Shape;210;p22">
            <a:extLst>
              <a:ext uri="{FF2B5EF4-FFF2-40B4-BE49-F238E27FC236}">
                <a16:creationId xmlns:a16="http://schemas.microsoft.com/office/drawing/2014/main" id="{2878F131-28D3-4488-AB62-5A25CD51A2ED}"/>
              </a:ext>
            </a:extLst>
          </p:cNvPr>
          <p:cNvSpPr/>
          <p:nvPr/>
        </p:nvSpPr>
        <p:spPr>
          <a:xfrm>
            <a:off x="7138724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0" name="Google Shape;211;p22">
            <a:extLst>
              <a:ext uri="{FF2B5EF4-FFF2-40B4-BE49-F238E27FC236}">
                <a16:creationId xmlns:a16="http://schemas.microsoft.com/office/drawing/2014/main" id="{3D3DC3D5-BEFB-49FA-8E69-F6D4E7FD6F86}"/>
              </a:ext>
            </a:extLst>
          </p:cNvPr>
          <p:cNvSpPr/>
          <p:nvPr/>
        </p:nvSpPr>
        <p:spPr>
          <a:xfrm>
            <a:off x="8223040" y="279893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1" name="Google Shape;212;p22">
            <a:extLst>
              <a:ext uri="{FF2B5EF4-FFF2-40B4-BE49-F238E27FC236}">
                <a16:creationId xmlns:a16="http://schemas.microsoft.com/office/drawing/2014/main" id="{7FD570C6-C9B8-4F6D-B4E0-0CD3981F6892}"/>
              </a:ext>
            </a:extLst>
          </p:cNvPr>
          <p:cNvSpPr/>
          <p:nvPr/>
        </p:nvSpPr>
        <p:spPr>
          <a:xfrm>
            <a:off x="7165240" y="14270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2" name="Google Shape;213;p22">
            <a:extLst>
              <a:ext uri="{FF2B5EF4-FFF2-40B4-BE49-F238E27FC236}">
                <a16:creationId xmlns:a16="http://schemas.microsoft.com/office/drawing/2014/main" id="{1EB33C4A-1D36-4DE3-B2A1-C1340102AC2D}"/>
              </a:ext>
            </a:extLst>
          </p:cNvPr>
          <p:cNvSpPr/>
          <p:nvPr/>
        </p:nvSpPr>
        <p:spPr>
          <a:xfrm>
            <a:off x="8245871" y="144754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3" name="Google Shape;214;p22">
            <a:extLst>
              <a:ext uri="{FF2B5EF4-FFF2-40B4-BE49-F238E27FC236}">
                <a16:creationId xmlns:a16="http://schemas.microsoft.com/office/drawing/2014/main" id="{58A5B367-EEAF-408B-BF2E-B03FFF36F493}"/>
              </a:ext>
            </a:extLst>
          </p:cNvPr>
          <p:cNvSpPr/>
          <p:nvPr/>
        </p:nvSpPr>
        <p:spPr>
          <a:xfrm>
            <a:off x="7165240" y="2602769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4" name="Google Shape;215;p22">
            <a:extLst>
              <a:ext uri="{FF2B5EF4-FFF2-40B4-BE49-F238E27FC236}">
                <a16:creationId xmlns:a16="http://schemas.microsoft.com/office/drawing/2014/main" id="{BF8F88DD-928B-4C2D-AEFB-7542E3D5DC97}"/>
              </a:ext>
            </a:extLst>
          </p:cNvPr>
          <p:cNvSpPr/>
          <p:nvPr/>
        </p:nvSpPr>
        <p:spPr>
          <a:xfrm>
            <a:off x="8245871" y="261519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5" name="Google Shape;216;p22">
            <a:extLst>
              <a:ext uri="{FF2B5EF4-FFF2-40B4-BE49-F238E27FC236}">
                <a16:creationId xmlns:a16="http://schemas.microsoft.com/office/drawing/2014/main" id="{2B7DE9B2-CF06-447B-B470-F5710D45370F}"/>
              </a:ext>
            </a:extLst>
          </p:cNvPr>
          <p:cNvSpPr/>
          <p:nvPr/>
        </p:nvSpPr>
        <p:spPr>
          <a:xfrm>
            <a:off x="7174808" y="375041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unk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6" name="Google Shape;204;p22">
            <a:extLst>
              <a:ext uri="{FF2B5EF4-FFF2-40B4-BE49-F238E27FC236}">
                <a16:creationId xmlns:a16="http://schemas.microsoft.com/office/drawing/2014/main" id="{0C2B35AB-93E5-41C7-8934-012CDD89CC9B}"/>
              </a:ext>
            </a:extLst>
          </p:cNvPr>
          <p:cNvSpPr/>
          <p:nvPr/>
        </p:nvSpPr>
        <p:spPr>
          <a:xfrm>
            <a:off x="329937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all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7" name="Google Shape;205;p22">
            <a:extLst>
              <a:ext uri="{FF2B5EF4-FFF2-40B4-BE49-F238E27FC236}">
                <a16:creationId xmlns:a16="http://schemas.microsoft.com/office/drawing/2014/main" id="{1D0843E9-5EBB-482D-AECF-9021CD1B1416}"/>
              </a:ext>
            </a:extLst>
          </p:cNvPr>
          <p:cNvSpPr/>
          <p:nvPr/>
        </p:nvSpPr>
        <p:spPr>
          <a:xfrm>
            <a:off x="4526352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am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8" name="Google Shape;206;p22">
            <a:extLst>
              <a:ext uri="{FF2B5EF4-FFF2-40B4-BE49-F238E27FC236}">
                <a16:creationId xmlns:a16="http://schemas.microsoft.com/office/drawing/2014/main" id="{201097BE-39A0-4467-9321-9A680D88538E}"/>
              </a:ext>
            </a:extLst>
          </p:cNvPr>
          <p:cNvSpPr/>
          <p:nvPr/>
        </p:nvSpPr>
        <p:spPr>
          <a:xfrm>
            <a:off x="5923355" y="61009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an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99" name="Google Shape;216;p22">
            <a:extLst>
              <a:ext uri="{FF2B5EF4-FFF2-40B4-BE49-F238E27FC236}">
                <a16:creationId xmlns:a16="http://schemas.microsoft.com/office/drawing/2014/main" id="{5317D936-D73E-4295-9916-55B538F0AC0A}"/>
              </a:ext>
            </a:extLst>
          </p:cNvPr>
          <p:cNvSpPr/>
          <p:nvPr/>
        </p:nvSpPr>
        <p:spPr>
          <a:xfrm>
            <a:off x="8245871" y="3752725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0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ung</a:t>
            </a:r>
            <a:endParaRPr sz="280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1" name="Google Shape;204;p22">
            <a:extLst>
              <a:ext uri="{FF2B5EF4-FFF2-40B4-BE49-F238E27FC236}">
                <a16:creationId xmlns:a16="http://schemas.microsoft.com/office/drawing/2014/main" id="{629D8FAE-E1CB-4E36-998D-DF5FAA2DF6A3}"/>
              </a:ext>
            </a:extLst>
          </p:cNvPr>
          <p:cNvSpPr/>
          <p:nvPr/>
        </p:nvSpPr>
        <p:spPr>
          <a:xfrm>
            <a:off x="2329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2" name="Google Shape;205;p22">
            <a:extLst>
              <a:ext uri="{FF2B5EF4-FFF2-40B4-BE49-F238E27FC236}">
                <a16:creationId xmlns:a16="http://schemas.microsoft.com/office/drawing/2014/main" id="{56ECDB7C-56F8-4314-A8B7-35D481E44B2E}"/>
              </a:ext>
            </a:extLst>
          </p:cNvPr>
          <p:cNvSpPr/>
          <p:nvPr/>
        </p:nvSpPr>
        <p:spPr>
          <a:xfrm>
            <a:off x="14698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ind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3" name="Google Shape;206;p22">
            <a:extLst>
              <a:ext uri="{FF2B5EF4-FFF2-40B4-BE49-F238E27FC236}">
                <a16:creationId xmlns:a16="http://schemas.microsoft.com/office/drawing/2014/main" id="{0B6F81C4-1991-4234-823D-F8A78A933BAF}"/>
              </a:ext>
            </a:extLst>
          </p:cNvPr>
          <p:cNvSpPr/>
          <p:nvPr/>
        </p:nvSpPr>
        <p:spPr>
          <a:xfrm>
            <a:off x="2706762" y="726655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old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4" name="Google Shape;204;p22">
            <a:extLst>
              <a:ext uri="{FF2B5EF4-FFF2-40B4-BE49-F238E27FC236}">
                <a16:creationId xmlns:a16="http://schemas.microsoft.com/office/drawing/2014/main" id="{6E8E7403-165F-4B8C-BE65-5D5EF49D48C6}"/>
              </a:ext>
            </a:extLst>
          </p:cNvPr>
          <p:cNvSpPr/>
          <p:nvPr/>
        </p:nvSpPr>
        <p:spPr>
          <a:xfrm>
            <a:off x="3943662" y="7276602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88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olt</a:t>
            </a:r>
            <a:endParaRPr sz="288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5" name="Google Shape;205;p22">
            <a:extLst>
              <a:ext uri="{FF2B5EF4-FFF2-40B4-BE49-F238E27FC236}">
                <a16:creationId xmlns:a16="http://schemas.microsoft.com/office/drawing/2014/main" id="{302C7F86-0851-4EF2-90FE-6BAEE6E64928}"/>
              </a:ext>
            </a:extLst>
          </p:cNvPr>
          <p:cNvSpPr/>
          <p:nvPr/>
        </p:nvSpPr>
        <p:spPr>
          <a:xfrm>
            <a:off x="5180562" y="7262240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2640" b="1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ost</a:t>
            </a:r>
            <a:endParaRPr sz="2640" b="1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6" name="Google Shape;180;p22">
            <a:extLst>
              <a:ext uri="{FF2B5EF4-FFF2-40B4-BE49-F238E27FC236}">
                <a16:creationId xmlns:a16="http://schemas.microsoft.com/office/drawing/2014/main" id="{494944C1-9399-4F9A-949E-DE2B24BD8790}"/>
              </a:ext>
            </a:extLst>
          </p:cNvPr>
          <p:cNvSpPr/>
          <p:nvPr/>
        </p:nvSpPr>
        <p:spPr>
          <a:xfrm>
            <a:off x="23296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f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7" name="Google Shape;186;p22">
            <a:extLst>
              <a:ext uri="{FF2B5EF4-FFF2-40B4-BE49-F238E27FC236}">
                <a16:creationId xmlns:a16="http://schemas.microsoft.com/office/drawing/2014/main" id="{C514097E-6031-45C7-BCD6-AFEECB8680C6}"/>
              </a:ext>
            </a:extLst>
          </p:cNvPr>
          <p:cNvSpPr/>
          <p:nvPr/>
        </p:nvSpPr>
        <p:spPr>
          <a:xfrm>
            <a:off x="1249432" y="6064911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l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92;p22">
            <a:extLst>
              <a:ext uri="{FF2B5EF4-FFF2-40B4-BE49-F238E27FC236}">
                <a16:creationId xmlns:a16="http://schemas.microsoft.com/office/drawing/2014/main" id="{5FCFDC05-23F9-43AB-9D00-8C793CB9704C}"/>
              </a:ext>
            </a:extLst>
          </p:cNvPr>
          <p:cNvSpPr/>
          <p:nvPr/>
        </p:nvSpPr>
        <p:spPr>
          <a:xfrm>
            <a:off x="2261996" y="6103613"/>
            <a:ext cx="822960" cy="1051560"/>
          </a:xfrm>
          <a:prstGeom prst="roundRect">
            <a:avLst>
              <a:gd name="adj" fmla="val 16667"/>
            </a:avLst>
          </a:prstGeom>
          <a:solidFill>
            <a:srgbClr val="FFF0AE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r>
              <a:rPr lang="en-US" sz="320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s</a:t>
            </a:r>
            <a:endParaRPr sz="320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9" name="Google Shape;198;p22">
            <a:extLst>
              <a:ext uri="{FF2B5EF4-FFF2-40B4-BE49-F238E27FC236}">
                <a16:creationId xmlns:a16="http://schemas.microsoft.com/office/drawing/2014/main" id="{7B882BE8-6124-448B-8954-8A9DE04DFB86}"/>
              </a:ext>
            </a:extLst>
          </p:cNvPr>
          <p:cNvSpPr/>
          <p:nvPr/>
        </p:nvSpPr>
        <p:spPr>
          <a:xfrm>
            <a:off x="5420435" y="5007506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-s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10" name="Google Shape;198;p22">
            <a:extLst>
              <a:ext uri="{FF2B5EF4-FFF2-40B4-BE49-F238E27FC236}">
                <a16:creationId xmlns:a16="http://schemas.microsoft.com/office/drawing/2014/main" id="{18DFB83C-BB31-45A7-BA74-5867DC3D948F}"/>
              </a:ext>
            </a:extLst>
          </p:cNvPr>
          <p:cNvSpPr/>
          <p:nvPr/>
        </p:nvSpPr>
        <p:spPr>
          <a:xfrm>
            <a:off x="6699710" y="5011697"/>
            <a:ext cx="1005840" cy="105156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5875" cap="flat" cmpd="sng">
            <a:solidFill>
              <a:srgbClr val="2276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n-US" sz="3840" kern="0" dirty="0">
                <a:solidFill>
                  <a:srgbClr val="000000"/>
                </a:solidFill>
                <a:latin typeface="Century Gothic" panose="020B0502020202020204" pitchFamily="34" charset="0"/>
                <a:cs typeface="Arial"/>
                <a:sym typeface="Arial"/>
              </a:rPr>
              <a:t>-es    </a:t>
            </a:r>
            <a:endParaRPr sz="2520" kern="0" dirty="0">
              <a:solidFill>
                <a:srgbClr val="000000"/>
              </a:solidFill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8B983C-1084-476D-AAD5-0A9174B21B16}"/>
              </a:ext>
            </a:extLst>
          </p:cNvPr>
          <p:cNvSpPr/>
          <p:nvPr/>
        </p:nvSpPr>
        <p:spPr>
          <a:xfrm>
            <a:off x="10042859" y="3576518"/>
            <a:ext cx="52400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TAP IT OUT!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EE2BB-08C2-4B9F-BE27-74B4BC59767F}"/>
              </a:ext>
            </a:extLst>
          </p:cNvPr>
          <p:cNvSpPr txBox="1"/>
          <p:nvPr/>
        </p:nvSpPr>
        <p:spPr>
          <a:xfrm>
            <a:off x="16191695" y="4801970"/>
            <a:ext cx="3331029" cy="96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is the Digraph Blend?</a:t>
            </a:r>
          </a:p>
        </p:txBody>
      </p:sp>
    </p:spTree>
    <p:extLst>
      <p:ext uri="{BB962C8B-B14F-4D97-AF65-F5344CB8AC3E}">
        <p14:creationId xmlns:p14="http://schemas.microsoft.com/office/powerpoint/2010/main" val="112944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45684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with Caption Layout</a:t>
            </a:r>
          </a:p>
        </p:txBody>
      </p:sp>
      <p:sp>
        <p:nvSpPr>
          <p:cNvPr id="4" name="Picture Placeholder 3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16091498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10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246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33529440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6471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8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ildren Playing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61883.potx" id="{18737D51-7733-4200-B5C9-BF22CA2CE631}" vid="{40CEFE45-12FF-4454-86EB-59F04C858872}"/>
    </a:ext>
  </a:extLst>
</a:theme>
</file>

<file path=ppt/theme/theme2.xml><?xml version="1.0" encoding="utf-8"?>
<a:theme xmlns:a="http://schemas.openxmlformats.org/drawingml/2006/main" name="1_Children Playing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61883.potx" id="{18737D51-7733-4200-B5C9-BF22CA2CE631}" vid="{40CEFE45-12FF-4454-86EB-59F04C858872}"/>
    </a:ext>
  </a:extLst>
</a:theme>
</file>

<file path=ppt/theme/theme3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Children playing education presentation design (cartoon illustration, widescreen)</Template>
  <TotalTime>7128</TotalTime>
  <Words>3374</Words>
  <Application>Microsoft Office PowerPoint</Application>
  <PresentationFormat>Custom</PresentationFormat>
  <Paragraphs>2413</Paragraphs>
  <Slides>71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Arial</vt:lpstr>
      <vt:lpstr>Century Gothic</vt:lpstr>
      <vt:lpstr>Euphemia</vt:lpstr>
      <vt:lpstr>Gadugi</vt:lpstr>
      <vt:lpstr>Twentieth Century</vt:lpstr>
      <vt:lpstr>Wingdings</vt:lpstr>
      <vt:lpstr>Children Playing 16x9</vt:lpstr>
      <vt:lpstr>1_Children Playing 16x9</vt:lpstr>
      <vt:lpstr>Lesson 2 – Review Day 1.4 and 1.5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1.6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Title and Content Layout with List</vt:lpstr>
      <vt:lpstr>Two Content Layout with Table</vt:lpstr>
      <vt:lpstr>Title and Content Layout with SmartArt</vt:lpstr>
      <vt:lpstr>PowerPoint Presentation</vt:lpstr>
      <vt:lpstr>Section Header Layout</vt:lpstr>
      <vt:lpstr>Picture with Caption Layout</vt:lpstr>
      <vt:lpstr>Add a Slide Title - 1</vt:lpstr>
      <vt:lpstr>Add a Slide Title - 2</vt:lpstr>
      <vt:lpstr>Add a Slide Title - 3</vt:lpstr>
      <vt:lpstr>PowerPoint Presentation</vt:lpstr>
      <vt:lpstr>Add a Slide Title - 4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– Lesson 1</dc:title>
  <dc:creator>Figueroa Manrique, Gustavo A</dc:creator>
  <cp:lastModifiedBy>Figueroa Manrique, Gustavo A</cp:lastModifiedBy>
  <cp:revision>53</cp:revision>
  <dcterms:created xsi:type="dcterms:W3CDTF">2020-05-29T21:45:31Z</dcterms:created>
  <dcterms:modified xsi:type="dcterms:W3CDTF">2020-09-30T21:25:56Z</dcterms:modified>
</cp:coreProperties>
</file>